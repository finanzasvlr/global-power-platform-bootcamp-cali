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71" r:id="rId5"/>
    <p:sldId id="264" r:id="rId6"/>
    <p:sldId id="2595" r:id="rId7"/>
    <p:sldId id="272" r:id="rId8"/>
    <p:sldId id="257" r:id="rId9"/>
    <p:sldId id="2597" r:id="rId10"/>
    <p:sldId id="290" r:id="rId11"/>
    <p:sldId id="292" r:id="rId12"/>
    <p:sldId id="2599" r:id="rId13"/>
    <p:sldId id="2600" r:id="rId14"/>
    <p:sldId id="2601" r:id="rId15"/>
    <p:sldId id="2602" r:id="rId16"/>
    <p:sldId id="2603" r:id="rId17"/>
    <p:sldId id="2604" r:id="rId18"/>
    <p:sldId id="2605" r:id="rId19"/>
    <p:sldId id="2606" r:id="rId20"/>
    <p:sldId id="2607" r:id="rId21"/>
    <p:sldId id="2608" r:id="rId22"/>
    <p:sldId id="2611" r:id="rId23"/>
    <p:sldId id="2609" r:id="rId24"/>
    <p:sldId id="2596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395"/>
    <a:srgbClr val="322944"/>
    <a:srgbClr val="EA0763"/>
    <a:srgbClr val="742575"/>
    <a:srgbClr val="D482D4"/>
    <a:srgbClr val="5C5CEE"/>
    <a:srgbClr val="8D2C85"/>
    <a:srgbClr val="FFFFFF"/>
    <a:srgbClr val="00999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E855C-E00F-48F2-BBFE-4649A43B6E9B}" v="176" dt="2026-01-20T13:53:12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Ignacio Rodríguez Lasso" userId="65b0b07f-1772-468d-8d14-6914a13dde51" providerId="ADAL" clId="{72A4814C-C75B-46FD-9B11-CC6DEAC413D1}"/>
    <pc:docChg chg="undo redo custSel addSld delSld modSld modMainMaster">
      <pc:chgData name="Álvaro Ignacio Rodríguez Lasso" userId="65b0b07f-1772-468d-8d14-6914a13dde51" providerId="ADAL" clId="{72A4814C-C75B-46FD-9B11-CC6DEAC413D1}" dt="2026-01-20T13:54:25.141" v="1653" actId="1035"/>
      <pc:docMkLst>
        <pc:docMk/>
      </pc:docMkLst>
      <pc:sldChg chg="modSp mod">
        <pc:chgData name="Álvaro Ignacio Rodríguez Lasso" userId="65b0b07f-1772-468d-8d14-6914a13dde51" providerId="ADAL" clId="{72A4814C-C75B-46FD-9B11-CC6DEAC413D1}" dt="2026-01-20T13:52:07.125" v="1643" actId="20577"/>
        <pc:sldMkLst>
          <pc:docMk/>
          <pc:sldMk cId="3432229184" sldId="257"/>
        </pc:sldMkLst>
        <pc:spChg chg="mod">
          <ac:chgData name="Álvaro Ignacio Rodríguez Lasso" userId="65b0b07f-1772-468d-8d14-6914a13dde51" providerId="ADAL" clId="{72A4814C-C75B-46FD-9B11-CC6DEAC413D1}" dt="2026-01-20T13:52:07.125" v="1643" actId="20577"/>
          <ac:spMkLst>
            <pc:docMk/>
            <pc:sldMk cId="3432229184" sldId="257"/>
            <ac:spMk id="3" creationId="{D570F8DF-A5A7-CDDC-1FD8-8080F70139ED}"/>
          </ac:spMkLst>
        </pc:spChg>
      </pc:sldChg>
      <pc:sldChg chg="addSp delSp modSp mod">
        <pc:chgData name="Álvaro Ignacio Rodríguez Lasso" userId="65b0b07f-1772-468d-8d14-6914a13dde51" providerId="ADAL" clId="{72A4814C-C75B-46FD-9B11-CC6DEAC413D1}" dt="2026-01-20T13:00:27.209" v="107" actId="208"/>
        <pc:sldMkLst>
          <pc:docMk/>
          <pc:sldMk cId="2717257054" sldId="264"/>
        </pc:sldMkLst>
        <pc:spChg chg="mod topLvl">
          <ac:chgData name="Álvaro Ignacio Rodríguez Lasso" userId="65b0b07f-1772-468d-8d14-6914a13dde51" providerId="ADAL" clId="{72A4814C-C75B-46FD-9B11-CC6DEAC413D1}" dt="2026-01-20T13:00:15.311" v="106" actId="2085"/>
          <ac:spMkLst>
            <pc:docMk/>
            <pc:sldMk cId="2717257054" sldId="264"/>
            <ac:spMk id="6" creationId="{01CF9013-F79E-BE1F-A492-FE3C324A11FD}"/>
          </ac:spMkLst>
        </pc:spChg>
        <pc:spChg chg="mod">
          <ac:chgData name="Álvaro Ignacio Rodríguez Lasso" userId="65b0b07f-1772-468d-8d14-6914a13dde51" providerId="ADAL" clId="{72A4814C-C75B-46FD-9B11-CC6DEAC413D1}" dt="2026-01-20T13:00:10.434" v="105" actId="2085"/>
          <ac:spMkLst>
            <pc:docMk/>
            <pc:sldMk cId="2717257054" sldId="264"/>
            <ac:spMk id="7" creationId="{712920A9-90BF-80B2-6073-E0AE08E96245}"/>
          </ac:spMkLst>
        </pc:spChg>
        <pc:spChg chg="mod">
          <ac:chgData name="Álvaro Ignacio Rodríguez Lasso" userId="65b0b07f-1772-468d-8d14-6914a13dde51" providerId="ADAL" clId="{72A4814C-C75B-46FD-9B11-CC6DEAC413D1}" dt="2026-01-20T13:00:27.209" v="107" actId="208"/>
          <ac:spMkLst>
            <pc:docMk/>
            <pc:sldMk cId="2717257054" sldId="264"/>
            <ac:spMk id="29" creationId="{1DF57C8C-3E7A-854B-AA0F-A76CD5291157}"/>
          </ac:spMkLst>
        </pc:spChg>
        <pc:grpChg chg="add del mod">
          <ac:chgData name="Álvaro Ignacio Rodríguez Lasso" userId="65b0b07f-1772-468d-8d14-6914a13dde51" providerId="ADAL" clId="{72A4814C-C75B-46FD-9B11-CC6DEAC413D1}" dt="2026-01-20T12:59:14.901" v="56" actId="165"/>
          <ac:grpSpMkLst>
            <pc:docMk/>
            <pc:sldMk cId="2717257054" sldId="264"/>
            <ac:grpSpMk id="4" creationId="{6FEF5F2A-0C36-2D66-EA5F-98F51F1C86B7}"/>
          </ac:grpSpMkLst>
        </pc:grpChg>
        <pc:grpChg chg="add 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8" creationId="{C4A8A0A3-E90F-C8F9-C3B3-CEACCBDA2AD7}"/>
          </ac:grpSpMkLst>
        </pc:grpChg>
        <pc:grpChg chg="del">
          <ac:chgData name="Álvaro Ignacio Rodríguez Lasso" userId="65b0b07f-1772-468d-8d14-6914a13dde51" providerId="ADAL" clId="{72A4814C-C75B-46FD-9B11-CC6DEAC413D1}" dt="2026-01-20T12:57:42.845" v="19" actId="478"/>
          <ac:grpSpMkLst>
            <pc:docMk/>
            <pc:sldMk cId="2717257054" sldId="264"/>
            <ac:grpSpMk id="15" creationId="{699EB6D7-E044-1E9C-F081-36AE436CDC02}"/>
          </ac:grpSpMkLst>
        </pc:grpChg>
        <pc:grpChg chg="del mod">
          <ac:chgData name="Álvaro Ignacio Rodríguez Lasso" userId="65b0b07f-1772-468d-8d14-6914a13dde51" providerId="ADAL" clId="{72A4814C-C75B-46FD-9B11-CC6DEAC413D1}" dt="2026-01-20T12:57:48.582" v="22" actId="478"/>
          <ac:grpSpMkLst>
            <pc:docMk/>
            <pc:sldMk cId="2717257054" sldId="264"/>
            <ac:grpSpMk id="17" creationId="{1EBFC720-7072-DF19-CACF-135B097E4474}"/>
          </ac:grpSpMkLst>
        </pc:grpChg>
        <pc:grpChg chg="del">
          <ac:chgData name="Álvaro Ignacio Rodríguez Lasso" userId="65b0b07f-1772-468d-8d14-6914a13dde51" providerId="ADAL" clId="{72A4814C-C75B-46FD-9B11-CC6DEAC413D1}" dt="2026-01-20T12:57:39.872" v="18" actId="478"/>
          <ac:grpSpMkLst>
            <pc:docMk/>
            <pc:sldMk cId="2717257054" sldId="264"/>
            <ac:grpSpMk id="21" creationId="{9729ACF8-9EF2-F17E-AD34-F59366F32DA1}"/>
          </ac:grpSpMkLst>
        </pc:grpChg>
        <pc:grpChg chg="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31" creationId="{95CBE68B-8255-F1E2-F1F2-C2E555363CC2}"/>
          </ac:grpSpMkLst>
        </pc:grpChg>
        <pc:grpChg chg="mod">
          <ac:chgData name="Álvaro Ignacio Rodríguez Lasso" userId="65b0b07f-1772-468d-8d14-6914a13dde51" providerId="ADAL" clId="{72A4814C-C75B-46FD-9B11-CC6DEAC413D1}" dt="2026-01-20T12:59:58.632" v="104" actId="1036"/>
          <ac:grpSpMkLst>
            <pc:docMk/>
            <pc:sldMk cId="2717257054" sldId="264"/>
            <ac:grpSpMk id="35" creationId="{FBB2B145-A043-9390-0F28-7729E7ADC2CA}"/>
          </ac:grpSpMkLst>
        </pc:grpChg>
        <pc:picChg chg="add mod topLvl modCrop">
          <ac:chgData name="Álvaro Ignacio Rodríguez Lasso" userId="65b0b07f-1772-468d-8d14-6914a13dde51" providerId="ADAL" clId="{72A4814C-C75B-46FD-9B11-CC6DEAC413D1}" dt="2026-01-20T12:59:45.877" v="65" actId="164"/>
          <ac:picMkLst>
            <pc:docMk/>
            <pc:sldMk cId="2717257054" sldId="264"/>
            <ac:picMk id="3" creationId="{8431ED0F-56E8-0AE8-08D7-97D27FC2DDBC}"/>
          </ac:picMkLst>
        </pc:picChg>
        <pc:picChg chg="del mod">
          <ac:chgData name="Álvaro Ignacio Rodríguez Lasso" userId="65b0b07f-1772-468d-8d14-6914a13dde51" providerId="ADAL" clId="{72A4814C-C75B-46FD-9B11-CC6DEAC413D1}" dt="2026-01-20T12:57:48.582" v="22" actId="478"/>
          <ac:picMkLst>
            <pc:docMk/>
            <pc:sldMk cId="2717257054" sldId="264"/>
            <ac:picMk id="13" creationId="{25B3CE12-25E5-E211-1952-C8266E12DDAB}"/>
          </ac:picMkLst>
        </pc:picChg>
      </pc:sldChg>
      <pc:sldChg chg="modSp del mod">
        <pc:chgData name="Álvaro Ignacio Rodríguez Lasso" userId="65b0b07f-1772-468d-8d14-6914a13dde51" providerId="ADAL" clId="{72A4814C-C75B-46FD-9B11-CC6DEAC413D1}" dt="2026-01-20T13:46:28.797" v="1508" actId="47"/>
        <pc:sldMkLst>
          <pc:docMk/>
          <pc:sldMk cId="327535716" sldId="269"/>
        </pc:sldMkLst>
        <pc:spChg chg="mod">
          <ac:chgData name="Álvaro Ignacio Rodríguez Lasso" userId="65b0b07f-1772-468d-8d14-6914a13dde51" providerId="ADAL" clId="{72A4814C-C75B-46FD-9B11-CC6DEAC413D1}" dt="2026-01-20T13:21:42.308" v="827" actId="20577"/>
          <ac:spMkLst>
            <pc:docMk/>
            <pc:sldMk cId="327535716" sldId="269"/>
            <ac:spMk id="3" creationId="{64A8FD87-365D-F5E3-B848-3C8F3779F634}"/>
          </ac:spMkLst>
        </pc:spChg>
      </pc:sldChg>
      <pc:sldChg chg="addSp delSp modSp mod">
        <pc:chgData name="Álvaro Ignacio Rodríguez Lasso" userId="65b0b07f-1772-468d-8d14-6914a13dde51" providerId="ADAL" clId="{72A4814C-C75B-46FD-9B11-CC6DEAC413D1}" dt="2026-01-20T13:19:22.648" v="569" actId="21"/>
        <pc:sldMkLst>
          <pc:docMk/>
          <pc:sldMk cId="1213586022" sldId="271"/>
        </pc:sldMkLst>
        <pc:picChg chg="add del mod">
          <ac:chgData name="Álvaro Ignacio Rodríguez Lasso" userId="65b0b07f-1772-468d-8d14-6914a13dde51" providerId="ADAL" clId="{72A4814C-C75B-46FD-9B11-CC6DEAC413D1}" dt="2026-01-20T13:19:22.648" v="569" actId="21"/>
          <ac:picMkLst>
            <pc:docMk/>
            <pc:sldMk cId="1213586022" sldId="271"/>
            <ac:picMk id="7" creationId="{68826612-BB48-1CB0-C0FD-73AB52610C84}"/>
          </ac:picMkLst>
        </pc:picChg>
      </pc:sldChg>
      <pc:sldChg chg="new del">
        <pc:chgData name="Álvaro Ignacio Rodríguez Lasso" userId="65b0b07f-1772-468d-8d14-6914a13dde51" providerId="ADAL" clId="{72A4814C-C75B-46FD-9B11-CC6DEAC413D1}" dt="2026-01-20T13:21:27.350" v="821" actId="680"/>
        <pc:sldMkLst>
          <pc:docMk/>
          <pc:sldMk cId="4080422368" sldId="294"/>
        </pc:sldMkLst>
      </pc:sldChg>
      <pc:sldChg chg="addSp delSp modSp add mod">
        <pc:chgData name="Álvaro Ignacio Rodríguez Lasso" userId="65b0b07f-1772-468d-8d14-6914a13dde51" providerId="ADAL" clId="{72A4814C-C75B-46FD-9B11-CC6DEAC413D1}" dt="2026-01-20T13:46:03.476" v="1507" actId="108"/>
        <pc:sldMkLst>
          <pc:docMk/>
          <pc:sldMk cId="281795936" sldId="2595"/>
        </pc:sldMkLst>
        <pc:spChg chg="mod">
          <ac:chgData name="Álvaro Ignacio Rodríguez Lasso" userId="65b0b07f-1772-468d-8d14-6914a13dde51" providerId="ADAL" clId="{72A4814C-C75B-46FD-9B11-CC6DEAC413D1}" dt="2026-01-20T13:38:09.902" v="1246" actId="1035"/>
          <ac:spMkLst>
            <pc:docMk/>
            <pc:sldMk cId="281795936" sldId="2595"/>
            <ac:spMk id="3" creationId="{A17E9E85-134C-8EFE-37FA-D36509199E7A}"/>
          </ac:spMkLst>
        </pc:spChg>
        <pc:spChg chg="add del mod">
          <ac:chgData name="Álvaro Ignacio Rodríguez Lasso" userId="65b0b07f-1772-468d-8d14-6914a13dde51" providerId="ADAL" clId="{72A4814C-C75B-46FD-9B11-CC6DEAC413D1}" dt="2026-01-20T13:39:53.102" v="1425" actId="1036"/>
          <ac:spMkLst>
            <pc:docMk/>
            <pc:sldMk cId="281795936" sldId="2595"/>
            <ac:spMk id="5" creationId="{A05F5524-CE78-8990-2796-BFDBF963069D}"/>
          </ac:spMkLst>
        </pc:spChg>
        <pc:spChg chg="add mod">
          <ac:chgData name="Álvaro Ignacio Rodríguez Lasso" userId="65b0b07f-1772-468d-8d14-6914a13dde51" providerId="ADAL" clId="{72A4814C-C75B-46FD-9B11-CC6DEAC413D1}" dt="2026-01-20T13:39:49.907" v="1421" actId="1036"/>
          <ac:spMkLst>
            <pc:docMk/>
            <pc:sldMk cId="281795936" sldId="2595"/>
            <ac:spMk id="6" creationId="{75809AB2-DE20-9BE8-D6B7-4B1CDF00F53B}"/>
          </ac:spMkLst>
        </pc:spChg>
        <pc:grpChg chg="add mod">
          <ac:chgData name="Álvaro Ignacio Rodríguez Lasso" userId="65b0b07f-1772-468d-8d14-6914a13dde51" providerId="ADAL" clId="{72A4814C-C75B-46FD-9B11-CC6DEAC413D1}" dt="2026-01-20T13:36:32.231" v="1223" actId="408"/>
          <ac:grpSpMkLst>
            <pc:docMk/>
            <pc:sldMk cId="281795936" sldId="2595"/>
            <ac:grpSpMk id="10" creationId="{E88E55CE-2323-6CC1-062C-6A72C9A0F8AC}"/>
          </ac:grpSpMkLst>
        </pc:grpChg>
        <pc:picChg chg="mod">
          <ac:chgData name="Álvaro Ignacio Rodríguez Lasso" userId="65b0b07f-1772-468d-8d14-6914a13dde51" providerId="ADAL" clId="{72A4814C-C75B-46FD-9B11-CC6DEAC413D1}" dt="2026-01-20T13:41:04.240" v="1426" actId="29295"/>
          <ac:picMkLst>
            <pc:docMk/>
            <pc:sldMk cId="281795936" sldId="2595"/>
            <ac:picMk id="4" creationId="{E1B857C1-C0CA-E921-927C-29C08D450620}"/>
          </ac:picMkLst>
        </pc:picChg>
        <pc:picChg chg="mod">
          <ac:chgData name="Álvaro Ignacio Rodríguez Lasso" userId="65b0b07f-1772-468d-8d14-6914a13dde51" providerId="ADAL" clId="{72A4814C-C75B-46FD-9B11-CC6DEAC413D1}" dt="2026-01-20T13:36:02.762" v="1199" actId="164"/>
          <ac:picMkLst>
            <pc:docMk/>
            <pc:sldMk cId="281795936" sldId="2595"/>
            <ac:picMk id="7" creationId="{CF41DE55-8D79-C06D-0FF9-065A5097BA98}"/>
          </ac:picMkLst>
        </pc:picChg>
        <pc:picChg chg="add del mod">
          <ac:chgData name="Álvaro Ignacio Rodríguez Lasso" userId="65b0b07f-1772-468d-8d14-6914a13dde51" providerId="ADAL" clId="{72A4814C-C75B-46FD-9B11-CC6DEAC413D1}" dt="2026-01-20T13:41:44.758" v="1431" actId="478"/>
          <ac:picMkLst>
            <pc:docMk/>
            <pc:sldMk cId="281795936" sldId="2595"/>
            <ac:picMk id="18" creationId="{0DD4CA10-862A-657F-BA6E-C349F173E0BC}"/>
          </ac:picMkLst>
        </pc:picChg>
        <pc:picChg chg="add mod modCrop">
          <ac:chgData name="Álvaro Ignacio Rodríguez Lasso" userId="65b0b07f-1772-468d-8d14-6914a13dde51" providerId="ADAL" clId="{72A4814C-C75B-46FD-9B11-CC6DEAC413D1}" dt="2026-01-20T13:43:19.817" v="1477" actId="1035"/>
          <ac:picMkLst>
            <pc:docMk/>
            <pc:sldMk cId="281795936" sldId="2595"/>
            <ac:picMk id="20" creationId="{7A5A562B-004A-3F30-AB4E-DCA2A597A8FC}"/>
          </ac:picMkLst>
        </pc:picChg>
        <pc:picChg chg="add mod modCrop">
          <ac:chgData name="Álvaro Ignacio Rodríguez Lasso" userId="65b0b07f-1772-468d-8d14-6914a13dde51" providerId="ADAL" clId="{72A4814C-C75B-46FD-9B11-CC6DEAC413D1}" dt="2026-01-20T13:45:28.294" v="1505" actId="1036"/>
          <ac:picMkLst>
            <pc:docMk/>
            <pc:sldMk cId="281795936" sldId="2595"/>
            <ac:picMk id="22" creationId="{03BB20EC-BB9F-401C-D8B0-126A95762B08}"/>
          </ac:picMkLst>
        </pc:picChg>
        <pc:picChg chg="mod">
          <ac:chgData name="Álvaro Ignacio Rodríguez Lasso" userId="65b0b07f-1772-468d-8d14-6914a13dde51" providerId="ADAL" clId="{72A4814C-C75B-46FD-9B11-CC6DEAC413D1}" dt="2026-01-20T13:33:24.965" v="1111" actId="1037"/>
          <ac:picMkLst>
            <pc:docMk/>
            <pc:sldMk cId="281795936" sldId="2595"/>
            <ac:picMk id="1026" creationId="{B81FF835-2360-B908-2E49-51046E3287B3}"/>
          </ac:picMkLst>
        </pc:picChg>
        <pc:picChg chg="del">
          <ac:chgData name="Álvaro Ignacio Rodríguez Lasso" userId="65b0b07f-1772-468d-8d14-6914a13dde51" providerId="ADAL" clId="{72A4814C-C75B-46FD-9B11-CC6DEAC413D1}" dt="2026-01-20T13:29:50" v="875" actId="478"/>
          <ac:picMkLst>
            <pc:docMk/>
            <pc:sldMk cId="281795936" sldId="2595"/>
            <ac:picMk id="1030" creationId="{E2FA9DB4-9B80-BE37-DFA2-CCA53DC6D4B4}"/>
          </ac:picMkLst>
        </pc:picChg>
        <pc:cxnChg chg="add del mod">
          <ac:chgData name="Álvaro Ignacio Rodríguez Lasso" userId="65b0b07f-1772-468d-8d14-6914a13dde51" providerId="ADAL" clId="{72A4814C-C75B-46FD-9B11-CC6DEAC413D1}" dt="2026-01-20T13:37:29.170" v="1238" actId="478"/>
          <ac:cxnSpMkLst>
            <pc:docMk/>
            <pc:sldMk cId="281795936" sldId="2595"/>
            <ac:cxnSpMk id="9" creationId="{DEE0ADB4-ABA0-D62B-1A78-3D8D9308A296}"/>
          </ac:cxnSpMkLst>
        </pc:cxnChg>
        <pc:cxnChg chg="add mod">
          <ac:chgData name="Álvaro Ignacio Rodríguez Lasso" userId="65b0b07f-1772-468d-8d14-6914a13dde51" providerId="ADAL" clId="{72A4814C-C75B-46FD-9B11-CC6DEAC413D1}" dt="2026-01-20T13:45:56.758" v="1506" actId="208"/>
          <ac:cxnSpMkLst>
            <pc:docMk/>
            <pc:sldMk cId="281795936" sldId="2595"/>
            <ac:cxnSpMk id="12" creationId="{DE9F081D-D6B9-4101-C99C-34A1002721DE}"/>
          </ac:cxnSpMkLst>
        </pc:cxnChg>
        <pc:cxnChg chg="add del mod">
          <ac:chgData name="Álvaro Ignacio Rodríguez Lasso" userId="65b0b07f-1772-468d-8d14-6914a13dde51" providerId="ADAL" clId="{72A4814C-C75B-46FD-9B11-CC6DEAC413D1}" dt="2026-01-20T13:38:49.699" v="1360" actId="478"/>
          <ac:cxnSpMkLst>
            <pc:docMk/>
            <pc:sldMk cId="281795936" sldId="2595"/>
            <ac:cxnSpMk id="14" creationId="{DB858FA1-CE46-EC7D-DBD9-AB73137A59C5}"/>
          </ac:cxnSpMkLst>
        </pc:cxnChg>
        <pc:cxnChg chg="add mod">
          <ac:chgData name="Álvaro Ignacio Rodríguez Lasso" userId="65b0b07f-1772-468d-8d14-6914a13dde51" providerId="ADAL" clId="{72A4814C-C75B-46FD-9B11-CC6DEAC413D1}" dt="2026-01-20T13:46:03.476" v="1507" actId="108"/>
          <ac:cxnSpMkLst>
            <pc:docMk/>
            <pc:sldMk cId="281795936" sldId="2595"/>
            <ac:cxnSpMk id="16" creationId="{53816765-8055-4DA7-E48D-AB22A738B8A6}"/>
          </ac:cxnSpMkLst>
        </pc:cxnChg>
      </pc:sldChg>
      <pc:sldChg chg="addSp delSp modSp add mod">
        <pc:chgData name="Álvaro Ignacio Rodríguez Lasso" userId="65b0b07f-1772-468d-8d14-6914a13dde51" providerId="ADAL" clId="{72A4814C-C75B-46FD-9B11-CC6DEAC413D1}" dt="2026-01-20T13:54:25.141" v="1653" actId="1035"/>
        <pc:sldMkLst>
          <pc:docMk/>
          <pc:sldMk cId="1796702135" sldId="2596"/>
        </pc:sldMkLst>
        <pc:spChg chg="add mod">
          <ac:chgData name="Álvaro Ignacio Rodríguez Lasso" userId="65b0b07f-1772-468d-8d14-6914a13dde51" providerId="ADAL" clId="{72A4814C-C75B-46FD-9B11-CC6DEAC413D1}" dt="2026-01-20T13:53:26.867" v="1649" actId="1036"/>
          <ac:spMkLst>
            <pc:docMk/>
            <pc:sldMk cId="1796702135" sldId="2596"/>
            <ac:spMk id="2" creationId="{8C096470-EED1-76D9-E638-262B7A247347}"/>
          </ac:spMkLst>
        </pc:spChg>
        <pc:spChg chg="mod">
          <ac:chgData name="Álvaro Ignacio Rodríguez Lasso" userId="65b0b07f-1772-468d-8d14-6914a13dde51" providerId="ADAL" clId="{72A4814C-C75B-46FD-9B11-CC6DEAC413D1}" dt="2026-01-20T13:54:25.141" v="1653" actId="1035"/>
          <ac:spMkLst>
            <pc:docMk/>
            <pc:sldMk cId="1796702135" sldId="2596"/>
            <ac:spMk id="3" creationId="{DAAFCC3D-26DF-A988-0F23-BE784822845C}"/>
          </ac:spMkLst>
        </pc:spChg>
        <pc:spChg chg="mod">
          <ac:chgData name="Álvaro Ignacio Rodríguez Lasso" userId="65b0b07f-1772-468d-8d14-6914a13dde51" providerId="ADAL" clId="{72A4814C-C75B-46FD-9B11-CC6DEAC413D1}" dt="2026-01-20T13:50:59.023" v="1618" actId="1036"/>
          <ac:spMkLst>
            <pc:docMk/>
            <pc:sldMk cId="1796702135" sldId="2596"/>
            <ac:spMk id="5" creationId="{923E37D8-DA8D-900F-91D0-748E5BF7D0BF}"/>
          </ac:spMkLst>
        </pc:spChg>
        <pc:spChg chg="mod">
          <ac:chgData name="Álvaro Ignacio Rodríguez Lasso" userId="65b0b07f-1772-468d-8d14-6914a13dde51" providerId="ADAL" clId="{72A4814C-C75B-46FD-9B11-CC6DEAC413D1}" dt="2026-01-20T13:50:59.023" v="1618" actId="1036"/>
          <ac:spMkLst>
            <pc:docMk/>
            <pc:sldMk cId="1796702135" sldId="2596"/>
            <ac:spMk id="6" creationId="{C685D258-6319-E48D-AE9B-AE0B0C8A20D6}"/>
          </ac:spMkLst>
        </pc:spChg>
        <pc:grpChg chg="mod">
          <ac:chgData name="Álvaro Ignacio Rodríguez Lasso" userId="65b0b07f-1772-468d-8d14-6914a13dde51" providerId="ADAL" clId="{72A4814C-C75B-46FD-9B11-CC6DEAC413D1}" dt="2026-01-20T13:50:59.023" v="1618" actId="1036"/>
          <ac:grpSpMkLst>
            <pc:docMk/>
            <pc:sldMk cId="1796702135" sldId="2596"/>
            <ac:grpSpMk id="10" creationId="{5A351709-BF16-0619-3DE4-B5288D1E0109}"/>
          </ac:grpSpMkLst>
        </pc:grpChg>
        <pc:picChg chg="mod">
          <ac:chgData name="Álvaro Ignacio Rodríguez Lasso" userId="65b0b07f-1772-468d-8d14-6914a13dde51" providerId="ADAL" clId="{72A4814C-C75B-46FD-9B11-CC6DEAC413D1}" dt="2026-01-20T13:50:59.023" v="1618" actId="1036"/>
          <ac:picMkLst>
            <pc:docMk/>
            <pc:sldMk cId="1796702135" sldId="2596"/>
            <ac:picMk id="20" creationId="{0BA4ACC3-C414-1899-C142-ADA6E3F01300}"/>
          </ac:picMkLst>
        </pc:picChg>
        <pc:picChg chg="mod">
          <ac:chgData name="Álvaro Ignacio Rodríguez Lasso" userId="65b0b07f-1772-468d-8d14-6914a13dde51" providerId="ADAL" clId="{72A4814C-C75B-46FD-9B11-CC6DEAC413D1}" dt="2026-01-20T13:50:59.023" v="1618" actId="1036"/>
          <ac:picMkLst>
            <pc:docMk/>
            <pc:sldMk cId="1796702135" sldId="2596"/>
            <ac:picMk id="22" creationId="{6129AEBC-4F8E-2631-8E64-47FE719C0A49}"/>
          </ac:picMkLst>
        </pc:picChg>
        <pc:picChg chg="del">
          <ac:chgData name="Álvaro Ignacio Rodríguez Lasso" userId="65b0b07f-1772-468d-8d14-6914a13dde51" providerId="ADAL" clId="{72A4814C-C75B-46FD-9B11-CC6DEAC413D1}" dt="2026-01-20T13:50:34.388" v="1607" actId="478"/>
          <ac:picMkLst>
            <pc:docMk/>
            <pc:sldMk cId="1796702135" sldId="2596"/>
            <ac:picMk id="1026" creationId="{27B9912B-1E0F-CEB6-30FC-C306EC52EBE0}"/>
          </ac:picMkLst>
        </pc:picChg>
        <pc:cxnChg chg="mod">
          <ac:chgData name="Álvaro Ignacio Rodríguez Lasso" userId="65b0b07f-1772-468d-8d14-6914a13dde51" providerId="ADAL" clId="{72A4814C-C75B-46FD-9B11-CC6DEAC413D1}" dt="2026-01-20T13:50:59.023" v="1618" actId="1036"/>
          <ac:cxnSpMkLst>
            <pc:docMk/>
            <pc:sldMk cId="1796702135" sldId="2596"/>
            <ac:cxnSpMk id="12" creationId="{D130F553-2849-E9DB-DA84-D78FE28F2BEF}"/>
          </ac:cxnSpMkLst>
        </pc:cxnChg>
        <pc:cxnChg chg="mod">
          <ac:chgData name="Álvaro Ignacio Rodríguez Lasso" userId="65b0b07f-1772-468d-8d14-6914a13dde51" providerId="ADAL" clId="{72A4814C-C75B-46FD-9B11-CC6DEAC413D1}" dt="2026-01-20T13:50:59.023" v="1618" actId="1036"/>
          <ac:cxnSpMkLst>
            <pc:docMk/>
            <pc:sldMk cId="1796702135" sldId="2596"/>
            <ac:cxnSpMk id="16" creationId="{CDE13096-DE28-B1A4-76B6-A447F3F37460}"/>
          </ac:cxnSpMkLst>
        </pc:cxnChg>
      </pc:sldChg>
      <pc:sldMasterChg chg="delSp modSp mod modSldLayout">
        <pc:chgData name="Álvaro Ignacio Rodríguez Lasso" userId="65b0b07f-1772-468d-8d14-6914a13dde51" providerId="ADAL" clId="{72A4814C-C75B-46FD-9B11-CC6DEAC413D1}" dt="2026-01-20T13:53:12.472" v="1646"/>
        <pc:sldMasterMkLst>
          <pc:docMk/>
          <pc:sldMasterMk cId="1975050179" sldId="2147483648"/>
        </pc:sldMasterMkLst>
        <pc:spChg chg="del mod">
          <ac:chgData name="Álvaro Ignacio Rodríguez Lasso" userId="65b0b07f-1772-468d-8d14-6914a13dde51" providerId="ADAL" clId="{72A4814C-C75B-46FD-9B11-CC6DEAC413D1}" dt="2026-01-20T13:02:33.304" v="110" actId="478"/>
          <ac:spMkLst>
            <pc:docMk/>
            <pc:sldMasterMk cId="1975050179" sldId="2147483648"/>
            <ac:spMk id="4" creationId="{478BEB8D-6EB4-80EE-8DD7-E37EDADB6FAB}"/>
          </ac:spMkLst>
        </pc:spChg>
        <pc:sldLayoutChg chg="addSp delSp modSp mod">
          <pc:chgData name="Álvaro Ignacio Rodríguez Lasso" userId="65b0b07f-1772-468d-8d14-6914a13dde51" providerId="ADAL" clId="{72A4814C-C75B-46FD-9B11-CC6DEAC413D1}" dt="2026-01-20T13:21:01.170" v="807"/>
          <pc:sldLayoutMkLst>
            <pc:docMk/>
            <pc:sldMasterMk cId="1975050179" sldId="2147483648"/>
            <pc:sldLayoutMk cId="4240754387" sldId="2147483651"/>
          </pc:sldLayoutMkLst>
          <pc:spChg chg="del">
            <ac:chgData name="Álvaro Ignacio Rodríguez Lasso" userId="65b0b07f-1772-468d-8d14-6914a13dde51" providerId="ADAL" clId="{72A4814C-C75B-46FD-9B11-CC6DEAC413D1}" dt="2026-01-20T13:20:58.083" v="803" actId="478"/>
            <ac:spMkLst>
              <pc:docMk/>
              <pc:sldMasterMk cId="1975050179" sldId="2147483648"/>
              <pc:sldLayoutMk cId="4240754387" sldId="2147483651"/>
              <ac:spMk id="11" creationId="{A294225F-0C25-190E-2729-A3FF8CB64EC6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01.170" v="807"/>
            <ac:spMkLst>
              <pc:docMk/>
              <pc:sldMasterMk cId="1975050179" sldId="2147483648"/>
              <pc:sldLayoutMk cId="4240754387" sldId="2147483651"/>
              <ac:spMk id="13" creationId="{9F195A82-8B0F-5226-6CF1-A1970D9E2720}"/>
            </ac:spMkLst>
          </pc:sp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4" creationId="{CAB225A8-750F-F70D-840E-61DF2940FBA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5" creationId="{05827EE4-6A9A-09DA-59F6-31992FD7C335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0.230" v="806" actId="478"/>
            <ac:picMkLst>
              <pc:docMk/>
              <pc:sldMasterMk cId="1975050179" sldId="2147483648"/>
              <pc:sldLayoutMk cId="4240754387" sldId="2147483651"/>
              <ac:picMk id="7" creationId="{08622C21-0517-FD91-ABD5-E1C3236085C0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9.539" v="805" actId="478"/>
            <ac:picMkLst>
              <pc:docMk/>
              <pc:sldMasterMk cId="1975050179" sldId="2147483648"/>
              <pc:sldLayoutMk cId="4240754387" sldId="2147483651"/>
              <ac:picMk id="8" creationId="{22880D1A-AF2C-BA89-F59B-E3BD4DC87E53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8.701" v="804" actId="478"/>
            <ac:picMkLst>
              <pc:docMk/>
              <pc:sldMasterMk cId="1975050179" sldId="2147483648"/>
              <pc:sldLayoutMk cId="4240754387" sldId="2147483651"/>
              <ac:picMk id="9" creationId="{DAE12D60-2FEB-C6E8-F398-7C94BD8675D8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0:57.074" v="802" actId="478"/>
            <ac:picMkLst>
              <pc:docMk/>
              <pc:sldMasterMk cId="1975050179" sldId="2147483648"/>
              <pc:sldLayoutMk cId="4240754387" sldId="2147483651"/>
              <ac:picMk id="10" creationId="{AD303E97-6EFE-5223-DA09-CCEA177222B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2" creationId="{910D376C-3831-0059-638E-DF82AF4E14A0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4" creationId="{5353824B-E6AD-B76C-3AAF-D86A828CF7D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6" creationId="{FEAC62F7-36E0-1AF0-869F-2BD092ED1566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7" creationId="{90B61367-66A5-C9AB-1331-BE5D71666D4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8" creationId="{21527C8D-E6AF-D1A7-5F25-F0B041AA07C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19" creationId="{B543D8BA-8B1B-9085-C92E-A44FD7CE8E65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1.170" v="807"/>
            <ac:picMkLst>
              <pc:docMk/>
              <pc:sldMasterMk cId="1975050179" sldId="2147483648"/>
              <pc:sldLayoutMk cId="4240754387" sldId="2147483651"/>
              <ac:picMk id="20" creationId="{51B60A17-DEA6-0AA3-E243-08F228805B5F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48:27.123" v="1509" actId="478"/>
          <pc:sldLayoutMkLst>
            <pc:docMk/>
            <pc:sldMasterMk cId="1975050179" sldId="2147483648"/>
            <pc:sldLayoutMk cId="2118597231" sldId="2147483654"/>
          </pc:sldLayoutMkLst>
          <pc:spChg chg="del">
            <ac:chgData name="Álvaro Ignacio Rodríguez Lasso" userId="65b0b07f-1772-468d-8d14-6914a13dde51" providerId="ADAL" clId="{72A4814C-C75B-46FD-9B11-CC6DEAC413D1}" dt="2026-01-20T13:21:06.093" v="811" actId="478"/>
            <ac:spMkLst>
              <pc:docMk/>
              <pc:sldMasterMk cId="1975050179" sldId="2147483648"/>
              <pc:sldLayoutMk cId="2118597231" sldId="2147483654"/>
              <ac:spMk id="12" creationId="{8485C295-0B57-FE6B-39F6-72DAFDA416AD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07.571" v="813"/>
            <ac:spMkLst>
              <pc:docMk/>
              <pc:sldMasterMk cId="1975050179" sldId="2147483648"/>
              <pc:sldLayoutMk cId="2118597231" sldId="2147483654"/>
              <ac:spMk id="16" creationId="{C68A1FAD-68F4-473B-2115-6988297DF0EB}"/>
            </ac:spMkLst>
          </pc:spChg>
          <pc:grpChg chg="del">
            <ac:chgData name="Álvaro Ignacio Rodríguez Lasso" userId="65b0b07f-1772-468d-8d14-6914a13dde51" providerId="ADAL" clId="{72A4814C-C75B-46FD-9B11-CC6DEAC413D1}" dt="2026-01-20T13:48:27.123" v="1509" actId="478"/>
            <ac:grpSpMkLst>
              <pc:docMk/>
              <pc:sldMasterMk cId="1975050179" sldId="2147483648"/>
              <pc:sldLayoutMk cId="2118597231" sldId="2147483654"/>
              <ac:grpSpMk id="6" creationId="{94AE2309-48C5-57AB-5A6D-65A6DBE62FF5}"/>
            </ac:grpSpMkLst>
          </pc:grp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3" creationId="{5961EE2D-95FC-677E-C029-B035D6E764D7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4.318" v="808" actId="478"/>
            <ac:picMkLst>
              <pc:docMk/>
              <pc:sldMasterMk cId="1975050179" sldId="2147483648"/>
              <pc:sldLayoutMk cId="2118597231" sldId="2147483654"/>
              <ac:picMk id="4" creationId="{EC94459D-2C1D-C05B-71E5-851CE40D99BA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4.927" v="809" actId="478"/>
            <ac:picMkLst>
              <pc:docMk/>
              <pc:sldMasterMk cId="1975050179" sldId="2147483648"/>
              <pc:sldLayoutMk cId="2118597231" sldId="2147483654"/>
              <ac:picMk id="5" creationId="{288D54AA-328C-C26E-0B07-F67B16EE87B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5.511" v="810" actId="478"/>
            <ac:picMkLst>
              <pc:docMk/>
              <pc:sldMasterMk cId="1975050179" sldId="2147483648"/>
              <pc:sldLayoutMk cId="2118597231" sldId="2147483654"/>
              <ac:picMk id="10" creationId="{9E0CCBA5-F6E1-5863-ECEB-A31D1336EEF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06.670" v="812" actId="478"/>
            <ac:picMkLst>
              <pc:docMk/>
              <pc:sldMasterMk cId="1975050179" sldId="2147483648"/>
              <pc:sldLayoutMk cId="2118597231" sldId="2147483654"/>
              <ac:picMk id="11" creationId="{3CDBFBD5-0508-F20C-A2DE-987B94B0AA8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3" creationId="{124C64BA-A93F-0D7B-D84B-63B959847B8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4" creationId="{43D82821-B4F0-C424-AFF6-9A711E51A193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5" creationId="{26C833CA-E946-12DC-1143-3208DC5FFFA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7" creationId="{6141494B-0989-6582-24E3-CDE9050B26E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19" creationId="{414E955F-5266-9214-7917-F1BBB7EE6CD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0" creationId="{1978A1C9-AF8C-A3BB-978F-C276AA106C9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1" creationId="{E13BE7CB-2630-0BFA-3B1E-B70E12DA871A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07.571" v="813"/>
            <ac:picMkLst>
              <pc:docMk/>
              <pc:sldMasterMk cId="1975050179" sldId="2147483648"/>
              <pc:sldLayoutMk cId="2118597231" sldId="2147483654"/>
              <ac:picMk id="22" creationId="{B86631CA-56B5-B179-AB89-67E764DE3B29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21:13.682" v="819"/>
          <pc:sldLayoutMkLst>
            <pc:docMk/>
            <pc:sldMasterMk cId="1975050179" sldId="2147483648"/>
            <pc:sldLayoutMk cId="3524211620" sldId="2147483655"/>
          </pc:sldLayoutMkLst>
          <pc:spChg chg="del">
            <ac:chgData name="Álvaro Ignacio Rodríguez Lasso" userId="65b0b07f-1772-468d-8d14-6914a13dde51" providerId="ADAL" clId="{72A4814C-C75B-46FD-9B11-CC6DEAC413D1}" dt="2026-01-20T13:21:12.106" v="817" actId="478"/>
            <ac:spMkLst>
              <pc:docMk/>
              <pc:sldMasterMk cId="1975050179" sldId="2147483648"/>
              <pc:sldLayoutMk cId="3524211620" sldId="2147483655"/>
              <ac:spMk id="8" creationId="{F054A789-DCD0-A5EB-EA66-15CD69A98242}"/>
            </ac:spMkLst>
          </pc:spChg>
          <pc:spChg chg="add mod">
            <ac:chgData name="Álvaro Ignacio Rodríguez Lasso" userId="65b0b07f-1772-468d-8d14-6914a13dde51" providerId="ADAL" clId="{72A4814C-C75B-46FD-9B11-CC6DEAC413D1}" dt="2026-01-20T13:21:13.682" v="819"/>
            <ac:spMkLst>
              <pc:docMk/>
              <pc:sldMasterMk cId="1975050179" sldId="2147483648"/>
              <pc:sldLayoutMk cId="3524211620" sldId="2147483655"/>
              <ac:spMk id="12" creationId="{83D06628-6AF1-CECA-487B-9CCAEAE5830A}"/>
            </ac:spMkLst>
          </pc:spChg>
          <pc:picChg chg="del">
            <ac:chgData name="Álvaro Ignacio Rodríguez Lasso" userId="65b0b07f-1772-468d-8d14-6914a13dde51" providerId="ADAL" clId="{72A4814C-C75B-46FD-9B11-CC6DEAC413D1}" dt="2026-01-20T13:21:10.260" v="814" actId="478"/>
            <ac:picMkLst>
              <pc:docMk/>
              <pc:sldMasterMk cId="1975050179" sldId="2147483648"/>
              <pc:sldLayoutMk cId="3524211620" sldId="2147483655"/>
              <ac:picMk id="2" creationId="{19356F52-240C-AE0B-66B0-3CE5E68D85ED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1.001" v="815" actId="478"/>
            <ac:picMkLst>
              <pc:docMk/>
              <pc:sldMasterMk cId="1975050179" sldId="2147483648"/>
              <pc:sldLayoutMk cId="3524211620" sldId="2147483655"/>
              <ac:picMk id="3" creationId="{BD7109EC-E08A-1CCB-C198-70153CBE8C2A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1.518" v="816" actId="478"/>
            <ac:picMkLst>
              <pc:docMk/>
              <pc:sldMasterMk cId="1975050179" sldId="2147483648"/>
              <pc:sldLayoutMk cId="3524211620" sldId="2147483655"/>
              <ac:picMk id="4" creationId="{731A6AF8-097D-4D5F-BB28-8E075C2E1F85}"/>
            </ac:picMkLst>
          </pc:picChg>
          <pc:picChg chg="del">
            <ac:chgData name="Álvaro Ignacio Rodríguez Lasso" userId="65b0b07f-1772-468d-8d14-6914a13dde51" providerId="ADAL" clId="{72A4814C-C75B-46FD-9B11-CC6DEAC413D1}" dt="2026-01-20T13:21:12.769" v="818" actId="478"/>
            <ac:picMkLst>
              <pc:docMk/>
              <pc:sldMasterMk cId="1975050179" sldId="2147483648"/>
              <pc:sldLayoutMk cId="3524211620" sldId="2147483655"/>
              <ac:picMk id="5" creationId="{EB041972-D9E6-90D6-94AE-B7C6A542A8C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7" creationId="{8ED24F70-330F-250E-A77F-C248EB8C9A2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9" creationId="{C7CACE6E-500F-2563-6BC8-8CAC03D64AA5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0" creationId="{1D7E2AA9-A172-0F4C-9BB1-87F02DCC3BD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1" creationId="{5DCA55E7-684B-5284-A865-A81B6DF4A90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3" creationId="{327D5E50-80B4-CDCD-4B81-913D6EA358E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4" creationId="{4A60ACAA-0936-B469-2CAF-AC6034BD8081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6" creationId="{320360EA-9FA5-7BC6-2828-F6ADC79626CD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7" creationId="{CAA047B6-CC26-2237-68F5-B564C8ECACA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1:13.682" v="819"/>
            <ac:picMkLst>
              <pc:docMk/>
              <pc:sldMasterMk cId="1975050179" sldId="2147483648"/>
              <pc:sldLayoutMk cId="3524211620" sldId="2147483655"/>
              <ac:picMk id="18" creationId="{7F6ECC1C-4F3B-4A4C-FB50-FEE86CB8EF85}"/>
            </ac:picMkLst>
          </pc:picChg>
        </pc:sldLayoutChg>
        <pc:sldLayoutChg chg="addSp delSp modSp mod">
          <pc:chgData name="Álvaro Ignacio Rodríguez Lasso" userId="65b0b07f-1772-468d-8d14-6914a13dde51" providerId="ADAL" clId="{72A4814C-C75B-46FD-9B11-CC6DEAC413D1}" dt="2026-01-20T13:20:18.231" v="801" actId="408"/>
          <pc:sldLayoutMkLst>
            <pc:docMk/>
            <pc:sldMasterMk cId="1975050179" sldId="2147483648"/>
            <pc:sldLayoutMk cId="2863594695" sldId="2147483656"/>
          </pc:sldLayoutMkLst>
          <pc:spChg chg="mod">
            <ac:chgData name="Álvaro Ignacio Rodríguez Lasso" userId="65b0b07f-1772-468d-8d14-6914a13dde51" providerId="ADAL" clId="{72A4814C-C75B-46FD-9B11-CC6DEAC413D1}" dt="2026-01-20T13:20:18.231" v="801" actId="408"/>
            <ac:spMkLst>
              <pc:docMk/>
              <pc:sldMasterMk cId="1975050179" sldId="2147483648"/>
              <pc:sldLayoutMk cId="2863594695" sldId="2147483656"/>
              <ac:spMk id="12" creationId="{60D214F6-1D73-9AEF-6359-F0BFD752A863}"/>
            </ac:spMkLst>
          </pc:spChg>
          <pc:spChg chg="mod">
            <ac:chgData name="Álvaro Ignacio Rodríguez Lasso" userId="65b0b07f-1772-468d-8d14-6914a13dde51" providerId="ADAL" clId="{72A4814C-C75B-46FD-9B11-CC6DEAC413D1}" dt="2026-01-20T13:16:33.512" v="276" actId="962"/>
            <ac:spMkLst>
              <pc:docMk/>
              <pc:sldMasterMk cId="1975050179" sldId="2147483648"/>
              <pc:sldLayoutMk cId="2863594695" sldId="2147483656"/>
              <ac:spMk id="22" creationId="{AD2D77BF-898D-F3B3-B322-BE7D7CB16537}"/>
            </ac:spMkLst>
          </pc:spChg>
          <pc:picChg chg="add del mod">
            <ac:chgData name="Álvaro Ignacio Rodríguez Lasso" userId="65b0b07f-1772-468d-8d14-6914a13dde51" providerId="ADAL" clId="{72A4814C-C75B-46FD-9B11-CC6DEAC413D1}" dt="2026-01-20T13:10:32.736" v="133" actId="478"/>
            <ac:picMkLst>
              <pc:docMk/>
              <pc:sldMasterMk cId="1975050179" sldId="2147483648"/>
              <pc:sldLayoutMk cId="2863594695" sldId="2147483656"/>
              <ac:picMk id="6" creationId="{D96486B1-2D64-9FAB-DC62-DAC2B9939505}"/>
            </ac:picMkLst>
          </pc:picChg>
          <pc:picChg chg="add del">
            <ac:chgData name="Álvaro Ignacio Rodríguez Lasso" userId="65b0b07f-1772-468d-8d14-6914a13dde51" providerId="ADAL" clId="{72A4814C-C75B-46FD-9B11-CC6DEAC413D1}" dt="2026-01-20T12:57:13.102" v="15" actId="478"/>
            <ac:picMkLst>
              <pc:docMk/>
              <pc:sldMasterMk cId="1975050179" sldId="2147483648"/>
              <pc:sldLayoutMk cId="2863594695" sldId="2147483656"/>
              <ac:picMk id="7" creationId="{AF90B321-223C-BEC8-C146-66B8A0045DEE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8" creationId="{D08DDF61-A76E-7EBA-22E8-A00D63735AF9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9" creationId="{78B19861-4EF2-D702-86B3-03C169230118}"/>
            </ac:picMkLst>
          </pc:picChg>
          <pc:picChg chg="mod">
            <ac:chgData name="Álvaro Ignacio Rodríguez Lasso" userId="65b0b07f-1772-468d-8d14-6914a13dde51" providerId="ADAL" clId="{72A4814C-C75B-46FD-9B11-CC6DEAC413D1}" dt="2026-01-20T13:19:45.056" v="706" actId="1038"/>
            <ac:picMkLst>
              <pc:docMk/>
              <pc:sldMasterMk cId="1975050179" sldId="2147483648"/>
              <pc:sldLayoutMk cId="2863594695" sldId="2147483656"/>
              <ac:picMk id="10" creationId="{7D8C430A-D218-4A67-2D13-984DD5258D98}"/>
            </ac:picMkLst>
          </pc:picChg>
          <pc:picChg chg="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11" creationId="{BF3B30F3-4ECB-E488-3A4E-555626FC17F6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19:39.288" v="643" actId="1038"/>
            <ac:picMkLst>
              <pc:docMk/>
              <pc:sldMasterMk cId="1975050179" sldId="2147483648"/>
              <pc:sldLayoutMk cId="2863594695" sldId="2147483656"/>
              <ac:picMk id="17" creationId="{699DA376-7D99-1255-23AF-B2687D812459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23" creationId="{7E198C2D-75F3-250E-E58E-216BC3E955F7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1" creationId="{E5CB6AC4-3D14-2A74-5B1A-6F61AC8178CF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3" creationId="{82911D1B-2005-3F7A-9D1A-9AAB88F5D188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5" creationId="{1660DFDC-AA6D-4D20-4351-C319B9E6FC6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36" creationId="{68826612-BB48-1CB0-C0FD-73AB52610C8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20:18.231" v="801" actId="408"/>
            <ac:picMkLst>
              <pc:docMk/>
              <pc:sldMasterMk cId="1975050179" sldId="2147483648"/>
              <pc:sldLayoutMk cId="2863594695" sldId="2147483656"/>
              <ac:picMk id="1026" creationId="{25ABA0D7-A5EF-89B2-8335-ACDF43371BF6}"/>
            </ac:picMkLst>
          </pc:picChg>
        </pc:sldLayoutChg>
        <pc:sldLayoutChg chg="addSp modSp">
          <pc:chgData name="Álvaro Ignacio Rodríguez Lasso" userId="65b0b07f-1772-468d-8d14-6914a13dde51" providerId="ADAL" clId="{72A4814C-C75B-46FD-9B11-CC6DEAC413D1}" dt="2026-01-20T13:53:12.472" v="1646"/>
          <pc:sldLayoutMkLst>
            <pc:docMk/>
            <pc:sldMasterMk cId="1975050179" sldId="2147483648"/>
            <pc:sldLayoutMk cId="2292197703" sldId="2147483657"/>
          </pc:sldLayoutMkLst>
          <pc:spChg chg="add mod">
            <ac:chgData name="Álvaro Ignacio Rodríguez Lasso" userId="65b0b07f-1772-468d-8d14-6914a13dde51" providerId="ADAL" clId="{72A4814C-C75B-46FD-9B11-CC6DEAC413D1}" dt="2026-01-20T13:53:12.472" v="1646"/>
            <ac:spMkLst>
              <pc:docMk/>
              <pc:sldMasterMk cId="1975050179" sldId="2147483648"/>
              <pc:sldLayoutMk cId="2292197703" sldId="2147483657"/>
              <ac:spMk id="6" creationId="{B65432FE-F37A-EE74-058D-67E76E0D2C5D}"/>
            </ac:spMkLst>
          </pc:sp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2" creationId="{295BDA9E-AC66-B54A-F654-E588BC56128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3" creationId="{FB36A320-A0F8-FD2A-3CE3-22A1F8844FA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4" creationId="{AD9405FC-F017-52B4-6CCE-A03EC76A9B5E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5" creationId="{7AECA370-F948-4C89-57D8-A7A00484E26C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7" creationId="{25882A82-EAA4-CE4E-A241-072AC7AF64A0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9" creationId="{C6A5DE03-D2CB-FD19-095F-5AE87DC79F94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0" creationId="{6A6F4FC2-AF9D-F8E8-DA63-397C81BACD12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2" creationId="{2708F209-B273-A441-BB21-AB556B95CEA7}"/>
            </ac:picMkLst>
          </pc:picChg>
          <pc:picChg chg="add mod">
            <ac:chgData name="Álvaro Ignacio Rodríguez Lasso" userId="65b0b07f-1772-468d-8d14-6914a13dde51" providerId="ADAL" clId="{72A4814C-C75B-46FD-9B11-CC6DEAC413D1}" dt="2026-01-20T13:53:12.472" v="1646"/>
            <ac:picMkLst>
              <pc:docMk/>
              <pc:sldMasterMk cId="1975050179" sldId="2147483648"/>
              <pc:sldLayoutMk cId="2292197703" sldId="2147483657"/>
              <ac:picMk id="13" creationId="{042B32E8-B218-5168-7F8D-50E7731281D9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693D3-FED4-45AC-ABCA-50F84360218B}" type="datetimeFigureOut">
              <a:rPr lang="es-CO" smtClean="0"/>
              <a:t>17/2/26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30542-D5C0-43EE-93EA-971FF8A00B05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2285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30542-D5C0-43EE-93EA-971FF8A00B05}" type="slidenum">
              <a:rPr lang="es-CO" smtClean="0"/>
              <a:t>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6713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AF03-4469-C999-84B4-3C850B83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1F72B5-E195-31B4-60F5-4BB193A15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9E3E2B-626C-B923-83FA-85DA0EF9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AA5436-0B7C-230F-7C0A-F44BB9749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30542-D5C0-43EE-93EA-971FF8A00B05}" type="slidenum">
              <a:rPr lang="es-CO" smtClean="0"/>
              <a:t>21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8739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2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sv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E22EDB00-6B14-790F-60B8-B8847DD3BE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14530" y="3994485"/>
            <a:ext cx="5639219" cy="465220"/>
          </a:xfrm>
        </p:spPr>
        <p:txBody>
          <a:bodyPr>
            <a:normAutofit/>
          </a:bodyPr>
          <a:lstStyle>
            <a:lvl1pPr marL="0" indent="0" algn="just">
              <a:buNone/>
              <a:defRPr sz="2800" b="1" cap="none" baseline="0">
                <a:solidFill>
                  <a:srgbClr val="95339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y apellidos</a:t>
            </a:r>
            <a:endParaRPr lang="es-CO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C5D051E-973C-CBAF-C279-B1A0973E1CF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14950" y="4507083"/>
            <a:ext cx="5638800" cy="81915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s-ES" dirty="0"/>
              <a:t>Título conferencia</a:t>
            </a:r>
            <a:endParaRPr lang="es-CO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2D77BF-898D-F3B3-B322-BE7D7CB16537}"/>
              </a:ext>
            </a:extLst>
          </p:cNvPr>
          <p:cNvSpPr txBox="1"/>
          <p:nvPr userDrawn="1"/>
        </p:nvSpPr>
        <p:spPr>
          <a:xfrm>
            <a:off x="5233871" y="795013"/>
            <a:ext cx="67739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solidFill>
                  <a:srgbClr val="322944"/>
                </a:solidFill>
              </a:rPr>
              <a:t>Global Power Platform Bootcamp 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es-CO" sz="4000" b="1" kern="1200" dirty="0" err="1">
                <a:solidFill>
                  <a:srgbClr val="322944"/>
                </a:solidFill>
                <a:latin typeface="+mn-lt"/>
                <a:ea typeface="+mn-ea"/>
                <a:cs typeface="+mn-cs"/>
              </a:rPr>
              <a:t>Agent</a:t>
            </a:r>
            <a:r>
              <a:rPr lang="es-CO" sz="4000" b="1" kern="1200" dirty="0">
                <a:solidFill>
                  <a:srgbClr val="322944"/>
                </a:solidFill>
                <a:latin typeface="+mn-lt"/>
                <a:ea typeface="+mn-ea"/>
                <a:cs typeface="+mn-cs"/>
              </a:rPr>
              <a:t> Bootcamp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322944"/>
                </a:solidFill>
              </a:rPr>
              <a:t>2026</a:t>
            </a:r>
          </a:p>
          <a:p>
            <a:pPr>
              <a:spcBef>
                <a:spcPts val="0"/>
              </a:spcBef>
            </a:pPr>
            <a:r>
              <a:rPr lang="es-ES" sz="4400" b="1" dirty="0">
                <a:solidFill>
                  <a:srgbClr val="953395"/>
                </a:solidFill>
              </a:rPr>
              <a:t>Cali – </a:t>
            </a:r>
            <a:r>
              <a:rPr lang="es-ES" sz="4400" b="1" dirty="0">
                <a:solidFill>
                  <a:srgbClr val="8D2C85"/>
                </a:solidFill>
              </a:rPr>
              <a:t>Colombia</a:t>
            </a:r>
          </a:p>
        </p:txBody>
      </p:sp>
      <p:pic>
        <p:nvPicPr>
          <p:cNvPr id="8" name="Graphic 6">
            <a:extLst>
              <a:ext uri="{FF2B5EF4-FFF2-40B4-BE49-F238E27FC236}">
                <a16:creationId xmlns:a16="http://schemas.microsoft.com/office/drawing/2014/main" id="{D08DDF61-A76E-7EBA-22E8-A00D63735A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B19861-4EF2-D702-86B3-03C1692301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D8C430A-D218-4A67-2D13-984DD5258D9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BF3B30F3-4ECB-E488-3A4E-555626FC17F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60D214F6-1D73-9AEF-6359-F0BFD752A863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3726250B-6011-E979-C360-B8ABE25185FA}"/>
              </a:ext>
            </a:extLst>
          </p:cNvPr>
          <p:cNvGrpSpPr/>
          <p:nvPr userDrawn="1"/>
        </p:nvGrpSpPr>
        <p:grpSpPr>
          <a:xfrm>
            <a:off x="-1314067" y="-871221"/>
            <a:ext cx="6157239" cy="6833190"/>
            <a:chOff x="-1314067" y="-871221"/>
            <a:chExt cx="6157239" cy="6833190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D71211F1-FCC0-10F3-97AE-31B000AC2C2E}"/>
                </a:ext>
              </a:extLst>
            </p:cNvPr>
            <p:cNvGrpSpPr/>
            <p:nvPr userDrawn="1"/>
          </p:nvGrpSpPr>
          <p:grpSpPr>
            <a:xfrm>
              <a:off x="-1314067" y="-871221"/>
              <a:ext cx="6157239" cy="6833190"/>
              <a:chOff x="-1314067" y="-871221"/>
              <a:chExt cx="6157239" cy="6833190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44790864-0B45-7731-35ED-700E5F5A6E5F}"/>
                  </a:ext>
                </a:extLst>
              </p:cNvPr>
              <p:cNvGrpSpPr/>
              <p:nvPr userDrawn="1"/>
            </p:nvGrpSpPr>
            <p:grpSpPr>
              <a:xfrm>
                <a:off x="1946045" y="3032592"/>
                <a:ext cx="2880000" cy="2880000"/>
                <a:chOff x="1946045" y="3032592"/>
                <a:chExt cx="2880000" cy="2880000"/>
              </a:xfrm>
            </p:grpSpPr>
            <p:sp>
              <p:nvSpPr>
                <p:cNvPr id="15" name="Círculo: vacío 14">
                  <a:extLst>
                    <a:ext uri="{FF2B5EF4-FFF2-40B4-BE49-F238E27FC236}">
                      <a16:creationId xmlns:a16="http://schemas.microsoft.com/office/drawing/2014/main" id="{1173793B-9F95-2534-CBC0-A4E02800B101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1946045" y="3032592"/>
                  <a:ext cx="2880000" cy="2880000"/>
                </a:xfrm>
                <a:prstGeom prst="donut">
                  <a:avLst>
                    <a:gd name="adj" fmla="val 3109"/>
                  </a:avLst>
                </a:prstGeom>
                <a:solidFill>
                  <a:srgbClr val="D482D4"/>
                </a:solidFill>
                <a:ln>
                  <a:solidFill>
                    <a:srgbClr val="D482D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2D7C4DB7-F74A-B5F4-E00E-61D05F15EB73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2125209" y="3212592"/>
                  <a:ext cx="2520000" cy="2520000"/>
                </a:xfrm>
                <a:prstGeom prst="ellipse">
                  <a:avLst/>
                </a:prstGeom>
                <a:solidFill>
                  <a:srgbClr val="73277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sz="1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0D32131C-5264-1FD4-2E0F-C7BB2736CF8A}"/>
                  </a:ext>
                </a:extLst>
              </p:cNvPr>
              <p:cNvGrpSpPr/>
              <p:nvPr userDrawn="1"/>
            </p:nvGrpSpPr>
            <p:grpSpPr>
              <a:xfrm>
                <a:off x="-1314067" y="-871221"/>
                <a:ext cx="6157239" cy="6833190"/>
                <a:chOff x="-1314067" y="-871221"/>
                <a:chExt cx="6157239" cy="6833190"/>
              </a:xfrm>
            </p:grpSpPr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FC168ABD-D50E-5DB5-A317-E0042D35C369}"/>
                    </a:ext>
                  </a:extLst>
                </p:cNvPr>
                <p:cNvSpPr>
                  <a:spLocks noChangeAspect="1"/>
                </p:cNvSpPr>
                <p:nvPr userDrawn="1"/>
              </p:nvSpPr>
              <p:spPr>
                <a:xfrm>
                  <a:off x="-1314067" y="-871221"/>
                  <a:ext cx="5638801" cy="5638801"/>
                </a:xfrm>
                <a:prstGeom prst="ellipse">
                  <a:avLst/>
                </a:prstGeom>
                <a:solidFill>
                  <a:srgbClr val="732773"/>
                </a:solidFill>
                <a:ln w="76200">
                  <a:solidFill>
                    <a:srgbClr val="95339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sp>
              <p:nvSpPr>
                <p:cNvPr id="4" name="Arco de bloque 3">
                  <a:extLst>
                    <a:ext uri="{FF2B5EF4-FFF2-40B4-BE49-F238E27FC236}">
                      <a16:creationId xmlns:a16="http://schemas.microsoft.com/office/drawing/2014/main" id="{D538EB75-0820-58A2-4B05-2545042F83A3}"/>
                    </a:ext>
                  </a:extLst>
                </p:cNvPr>
                <p:cNvSpPr/>
                <p:nvPr userDrawn="1"/>
              </p:nvSpPr>
              <p:spPr>
                <a:xfrm rot="18967608">
                  <a:off x="1960861" y="3021453"/>
                  <a:ext cx="2882311" cy="2940516"/>
                </a:xfrm>
                <a:prstGeom prst="blockArc">
                  <a:avLst>
                    <a:gd name="adj1" fmla="val 13112588"/>
                    <a:gd name="adj2" fmla="val 20318267"/>
                    <a:gd name="adj3" fmla="val 2874"/>
                  </a:avLst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" name="Diagrama de flujo: conector 4">
              <a:extLst>
                <a:ext uri="{FF2B5EF4-FFF2-40B4-BE49-F238E27FC236}">
                  <a16:creationId xmlns:a16="http://schemas.microsoft.com/office/drawing/2014/main" id="{4B2848BE-2229-5561-A401-DB33FF964DAF}"/>
                </a:ext>
              </a:extLst>
            </p:cNvPr>
            <p:cNvSpPr/>
            <p:nvPr userDrawn="1"/>
          </p:nvSpPr>
          <p:spPr>
            <a:xfrm>
              <a:off x="376505" y="3877083"/>
              <a:ext cx="1260000" cy="1260000"/>
            </a:xfrm>
            <a:prstGeom prst="flowChartConnector">
              <a:avLst/>
            </a:prstGeom>
            <a:solidFill>
              <a:schemeClr val="bg1"/>
            </a:solidFill>
            <a:ln w="57150">
              <a:solidFill>
                <a:srgbClr val="D482D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sp>
        <p:nvSpPr>
          <p:cNvPr id="21" name="Marcador de posición de imagen 20">
            <a:extLst>
              <a:ext uri="{FF2B5EF4-FFF2-40B4-BE49-F238E27FC236}">
                <a16:creationId xmlns:a16="http://schemas.microsoft.com/office/drawing/2014/main" id="{67A6129C-038B-26D7-14C0-C50A21ADADA6}"/>
              </a:ext>
            </a:extLst>
          </p:cNvPr>
          <p:cNvSpPr>
            <a:spLocks noGrp="1" noChangeAspect="1"/>
          </p:cNvSpPr>
          <p:nvPr userDrawn="1">
            <p:ph type="pic" sz="quarter" idx="11" hasCustomPrompt="1"/>
          </p:nvPr>
        </p:nvSpPr>
        <p:spPr>
          <a:xfrm>
            <a:off x="416669" y="3900535"/>
            <a:ext cx="1188000" cy="1188000"/>
          </a:xfrm>
          <a:prstGeom prst="ellipse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s-CO" dirty="0"/>
              <a:t>Bandera</a:t>
            </a:r>
          </a:p>
        </p:txBody>
      </p:sp>
      <p:sp>
        <p:nvSpPr>
          <p:cNvPr id="28" name="Marcador de texto 19">
            <a:extLst>
              <a:ext uri="{FF2B5EF4-FFF2-40B4-BE49-F238E27FC236}">
                <a16:creationId xmlns:a16="http://schemas.microsoft.com/office/drawing/2014/main" id="{33F2AF21-E9B0-8E50-385C-DFB9C6391C8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34346" y="3334685"/>
            <a:ext cx="744318" cy="433065"/>
          </a:xfr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s-CO" dirty="0"/>
              <a:t>País</a:t>
            </a:r>
          </a:p>
        </p:txBody>
      </p:sp>
      <p:sp>
        <p:nvSpPr>
          <p:cNvPr id="30" name="Arco de bloque 29">
            <a:extLst>
              <a:ext uri="{FF2B5EF4-FFF2-40B4-BE49-F238E27FC236}">
                <a16:creationId xmlns:a16="http://schemas.microsoft.com/office/drawing/2014/main" id="{8CBD0B38-8659-331B-6939-A26113C99371}"/>
              </a:ext>
            </a:extLst>
          </p:cNvPr>
          <p:cNvSpPr/>
          <p:nvPr userDrawn="1"/>
        </p:nvSpPr>
        <p:spPr>
          <a:xfrm rot="20681271">
            <a:off x="285683" y="3783243"/>
            <a:ext cx="1450230" cy="1437071"/>
          </a:xfrm>
          <a:prstGeom prst="blockArc">
            <a:avLst>
              <a:gd name="adj1" fmla="val 12012441"/>
              <a:gd name="adj2" fmla="val 1986272"/>
              <a:gd name="adj3" fmla="val 18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03B429F8-9E7C-FCBE-46DB-8C84595F1A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80" t="-15352" r="-14151" b="-13578"/>
          <a:stretch/>
        </p:blipFill>
        <p:spPr>
          <a:xfrm>
            <a:off x="184168" y="556029"/>
            <a:ext cx="2642331" cy="2784301"/>
          </a:xfrm>
          <a:prstGeom prst="flowChartConnector">
            <a:avLst/>
          </a:prstGeom>
          <a:ln w="28575">
            <a:solidFill>
              <a:schemeClr val="bg1"/>
            </a:solidFill>
          </a:ln>
        </p:spPr>
      </p:pic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928D84E9-74D7-A2BC-D763-70FE1A5977E0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215209" y="3302592"/>
            <a:ext cx="2340000" cy="234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CO" dirty="0"/>
              <a:t>Foto conferencista</a:t>
            </a:r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99DA376-7D99-1255-23AF-B2687D81245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7E198C2D-75F3-250E-E58E-216BC3E955F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31" name="Imagen 30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E5CB6AC4-3D14-2A74-5B1A-6F61AC8178C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026" name="Picture 2" descr="All Microsoft Fabric icons for diagramming - Sam Debruyn">
            <a:extLst>
              <a:ext uri="{FF2B5EF4-FFF2-40B4-BE49-F238E27FC236}">
                <a16:creationId xmlns:a16="http://schemas.microsoft.com/office/drawing/2014/main" id="{25ABA0D7-A5EF-89B2-8335-ACDF43371B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n 32" descr="Forma&#10;&#10;El contenido generado por IA puede ser incorrecto.">
            <a:extLst>
              <a:ext uri="{FF2B5EF4-FFF2-40B4-BE49-F238E27FC236}">
                <a16:creationId xmlns:a16="http://schemas.microsoft.com/office/drawing/2014/main" id="{82911D1B-2005-3F7A-9D1A-9AAB88F5D1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1660DFDC-AA6D-4D20-4351-C319B9E6FC6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36" name="Imagen 35" descr="Icono&#10;&#10;El contenido generado por IA puede ser incorrecto.">
            <a:extLst>
              <a:ext uri="{FF2B5EF4-FFF2-40B4-BE49-F238E27FC236}">
                <a16:creationId xmlns:a16="http://schemas.microsoft.com/office/drawing/2014/main" id="{68826612-BB48-1CB0-C0FD-73AB52610C8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9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2F8F2-3DDF-E5A5-29C3-F0089FA56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19363"/>
            <a:ext cx="10515600" cy="1819275"/>
          </a:xfrm>
        </p:spPr>
        <p:txBody>
          <a:bodyPr anchor="ctr">
            <a:normAutofit/>
          </a:bodyPr>
          <a:lstStyle>
            <a:lvl1pPr algn="ctr">
              <a:defRPr sz="5000" cap="none" baseline="0">
                <a:solidFill>
                  <a:srgbClr val="8D2C85"/>
                </a:solidFill>
              </a:defRPr>
            </a:lvl1pPr>
          </a:lstStyle>
          <a:p>
            <a:r>
              <a:rPr lang="es-ES" dirty="0"/>
              <a:t>Título de sección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E66FFC-A4F4-3502-DB24-F8AE329E1D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Notas del título de la sección (opcional)</a:t>
            </a:r>
          </a:p>
        </p:txBody>
      </p:sp>
      <p:pic>
        <p:nvPicPr>
          <p:cNvPr id="4" name="Graphic 6">
            <a:extLst>
              <a:ext uri="{FF2B5EF4-FFF2-40B4-BE49-F238E27FC236}">
                <a16:creationId xmlns:a16="http://schemas.microsoft.com/office/drawing/2014/main" id="{CAB225A8-750F-F70D-840E-61DF2940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5" name="Graphic 8">
            <a:extLst>
              <a:ext uri="{FF2B5EF4-FFF2-40B4-BE49-F238E27FC236}">
                <a16:creationId xmlns:a16="http://schemas.microsoft.com/office/drawing/2014/main" id="{05827EE4-6A9A-09DA-59F6-31992FD7C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6" name="Graphic 9">
            <a:extLst>
              <a:ext uri="{FF2B5EF4-FFF2-40B4-BE49-F238E27FC236}">
                <a16:creationId xmlns:a16="http://schemas.microsoft.com/office/drawing/2014/main" id="{2DE8211E-EE30-F534-63E7-2E923AC0AC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2" name="Graphic 12">
            <a:extLst>
              <a:ext uri="{FF2B5EF4-FFF2-40B4-BE49-F238E27FC236}">
                <a16:creationId xmlns:a16="http://schemas.microsoft.com/office/drawing/2014/main" id="{910D376C-3831-0059-638E-DF82AF4E14A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3" name="Freeform 10">
            <a:extLst>
              <a:ext uri="{FF2B5EF4-FFF2-40B4-BE49-F238E27FC236}">
                <a16:creationId xmlns:a16="http://schemas.microsoft.com/office/drawing/2014/main" id="{9F195A82-8B0F-5226-6CF1-A1970D9E2720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4" name="Imagen 13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5353824B-E6AD-B76C-3AAF-D86A828CF7D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FEC94C27-CE10-8460-70B4-DDBFA806279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6" name="Imagen 15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EAC62F7-36E0-1AF0-869F-2BD092ED156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7" name="Picture 2" descr="All Microsoft Fabric icons for diagramming - Sam Debruyn">
            <a:extLst>
              <a:ext uri="{FF2B5EF4-FFF2-40B4-BE49-F238E27FC236}">
                <a16:creationId xmlns:a16="http://schemas.microsoft.com/office/drawing/2014/main" id="{90B61367-66A5-C9AB-1331-BE5D7166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 descr="Forma&#10;&#10;El contenido generado por IA puede ser incorrecto.">
            <a:extLst>
              <a:ext uri="{FF2B5EF4-FFF2-40B4-BE49-F238E27FC236}">
                <a16:creationId xmlns:a16="http://schemas.microsoft.com/office/drawing/2014/main" id="{21527C8D-E6AF-D1A7-5F25-F0B041AA07C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B543D8BA-8B1B-9085-C92E-A44FD7CE8E6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0" name="Imagen 19" descr="Icono&#10;&#10;El contenido generado por IA puede ser incorrecto.">
            <a:extLst>
              <a:ext uri="{FF2B5EF4-FFF2-40B4-BE49-F238E27FC236}">
                <a16:creationId xmlns:a16="http://schemas.microsoft.com/office/drawing/2014/main" id="{51B60A17-DEA6-0AA3-E243-08F228805B5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5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tall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49850-5089-D3D8-A470-19E28E43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-1"/>
            <a:ext cx="11823032" cy="1116000"/>
          </a:xfrm>
        </p:spPr>
        <p:txBody>
          <a:bodyPr>
            <a:normAutofit/>
          </a:bodyPr>
          <a:lstStyle>
            <a:lvl1pPr>
              <a:defRPr sz="3000" cap="none" baseline="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4205749-CEE3-B61D-52E2-2057C35CE8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5" y="1267326"/>
            <a:ext cx="11823032" cy="47159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3" name="Graphic 6">
            <a:extLst>
              <a:ext uri="{FF2B5EF4-FFF2-40B4-BE49-F238E27FC236}">
                <a16:creationId xmlns:a16="http://schemas.microsoft.com/office/drawing/2014/main" id="{5961EE2D-95FC-677E-C029-B035D6E764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13" name="Graphic 8">
            <a:extLst>
              <a:ext uri="{FF2B5EF4-FFF2-40B4-BE49-F238E27FC236}">
                <a16:creationId xmlns:a16="http://schemas.microsoft.com/office/drawing/2014/main" id="{124C64BA-A93F-0D7B-D84B-63B959847B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4" name="Graphic 9">
            <a:extLst>
              <a:ext uri="{FF2B5EF4-FFF2-40B4-BE49-F238E27FC236}">
                <a16:creationId xmlns:a16="http://schemas.microsoft.com/office/drawing/2014/main" id="{43D82821-B4F0-C424-AFF6-9A711E51A1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5" name="Graphic 12">
            <a:extLst>
              <a:ext uri="{FF2B5EF4-FFF2-40B4-BE49-F238E27FC236}">
                <a16:creationId xmlns:a16="http://schemas.microsoft.com/office/drawing/2014/main" id="{26C833CA-E946-12DC-1143-3208DC5FFF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6" name="Freeform 10">
            <a:extLst>
              <a:ext uri="{FF2B5EF4-FFF2-40B4-BE49-F238E27FC236}">
                <a16:creationId xmlns:a16="http://schemas.microsoft.com/office/drawing/2014/main" id="{C68A1FAD-68F4-473B-2115-6988297DF0EB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7" name="Imagen 1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6141494B-0989-6582-24E3-CDE9050B26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B3EDB7D0-F48B-F921-CF58-3D397BA26FF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9" name="Imagen 18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14E955F-5266-9214-7917-F1BBB7EE6CD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20" name="Picture 2" descr="All Microsoft Fabric icons for diagramming - Sam Debruyn">
            <a:extLst>
              <a:ext uri="{FF2B5EF4-FFF2-40B4-BE49-F238E27FC236}">
                <a16:creationId xmlns:a16="http://schemas.microsoft.com/office/drawing/2014/main" id="{1978A1C9-AF8C-A3BB-978F-C276AA106C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n 20" descr="Forma&#10;&#10;El contenido generado por IA puede ser incorrecto.">
            <a:extLst>
              <a:ext uri="{FF2B5EF4-FFF2-40B4-BE49-F238E27FC236}">
                <a16:creationId xmlns:a16="http://schemas.microsoft.com/office/drawing/2014/main" id="{E13BE7CB-2630-0BFA-3B1E-B70E12DA871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B86631CA-56B5-B179-AB89-67E764DE3B2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extLst>
              <a:ext uri="{FF2B5EF4-FFF2-40B4-BE49-F238E27FC236}">
                <a16:creationId xmlns:a16="http://schemas.microsoft.com/office/drawing/2014/main" id="{552CF5E5-5D11-9788-EFA4-FA6DF9CEA006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9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rocinado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E4BD0B7-3691-353C-37DB-CB7638E9C94A}"/>
              </a:ext>
            </a:extLst>
          </p:cNvPr>
          <p:cNvSpPr txBox="1"/>
          <p:nvPr userDrawn="1"/>
        </p:nvSpPr>
        <p:spPr>
          <a:xfrm>
            <a:off x="421870" y="418230"/>
            <a:ext cx="105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8D2C85"/>
                </a:solidFill>
              </a:rPr>
              <a:t>Con el apoyo de:</a:t>
            </a:r>
            <a:endParaRPr lang="es-CO" sz="3600" b="1" dirty="0">
              <a:solidFill>
                <a:srgbClr val="8D2C85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D24F70-330F-250E-A77F-C248EB8C9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7CACE6E-500F-2563-6BC8-8CAC03D64A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D7E2AA9-A172-0F4C-9BB1-87F02DCC3B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11" name="Graphic 12">
            <a:extLst>
              <a:ext uri="{FF2B5EF4-FFF2-40B4-BE49-F238E27FC236}">
                <a16:creationId xmlns:a16="http://schemas.microsoft.com/office/drawing/2014/main" id="{5DCA55E7-684B-5284-A865-A81B6DF4A9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12" name="Freeform 10">
            <a:extLst>
              <a:ext uri="{FF2B5EF4-FFF2-40B4-BE49-F238E27FC236}">
                <a16:creationId xmlns:a16="http://schemas.microsoft.com/office/drawing/2014/main" id="{83D06628-6AF1-CECA-487B-9CCAEAE5830A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Imagen 12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327D5E50-80B4-CDCD-4B81-913D6EA358E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extLst>
              <a:ext uri="{FF2B5EF4-FFF2-40B4-BE49-F238E27FC236}">
                <a16:creationId xmlns:a16="http://schemas.microsoft.com/office/drawing/2014/main" id="{4A60ACAA-0936-B469-2CAF-AC6034BD8081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15" name="Imagen 1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583E543-E19A-E9CB-F438-DD411EF1C5B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6" name="Picture 2" descr="All Microsoft Fabric icons for diagramming - Sam Debruyn">
            <a:extLst>
              <a:ext uri="{FF2B5EF4-FFF2-40B4-BE49-F238E27FC236}">
                <a16:creationId xmlns:a16="http://schemas.microsoft.com/office/drawing/2014/main" id="{320360EA-9FA5-7BC6-2828-F6ADC79626C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 descr="Forma&#10;&#10;El contenido generado por IA puede ser incorrecto.">
            <a:extLst>
              <a:ext uri="{FF2B5EF4-FFF2-40B4-BE49-F238E27FC236}">
                <a16:creationId xmlns:a16="http://schemas.microsoft.com/office/drawing/2014/main" id="{CAA047B6-CC26-2237-68F5-B564C8ECACA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7F6ECC1C-4F3B-4A4C-FB50-FEE86CB8EF8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30B91F7D-E56F-B57A-3606-1A5C08BD25F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1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8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733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295BDA9E-AC66-B54A-F654-E588BC5612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961" y="6150221"/>
            <a:ext cx="626498" cy="626498"/>
          </a:xfrm>
          <a:prstGeom prst="rect">
            <a:avLst/>
          </a:prstGeom>
        </p:spPr>
      </p:pic>
      <p:pic>
        <p:nvPicPr>
          <p:cNvPr id="3" name="Graphic 8">
            <a:extLst>
              <a:ext uri="{FF2B5EF4-FFF2-40B4-BE49-F238E27FC236}">
                <a16:creationId xmlns:a16="http://schemas.microsoft.com/office/drawing/2014/main" id="{FB36A320-A0F8-FD2A-3CE3-22A1F8844F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3842" y="6150221"/>
            <a:ext cx="626498" cy="626498"/>
          </a:xfrm>
          <a:prstGeom prst="rect">
            <a:avLst/>
          </a:prstGeom>
        </p:spPr>
      </p:pic>
      <p:pic>
        <p:nvPicPr>
          <p:cNvPr id="4" name="Graphic 9">
            <a:extLst>
              <a:ext uri="{FF2B5EF4-FFF2-40B4-BE49-F238E27FC236}">
                <a16:creationId xmlns:a16="http://schemas.microsoft.com/office/drawing/2014/main" id="{AD9405FC-F017-52B4-6CCE-A03EC76A9B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2723" y="6150221"/>
            <a:ext cx="626498" cy="626498"/>
          </a:xfrm>
          <a:prstGeom prst="rect">
            <a:avLst/>
          </a:prstGeom>
        </p:spPr>
      </p:pic>
      <p:pic>
        <p:nvPicPr>
          <p:cNvPr id="5" name="Graphic 12">
            <a:extLst>
              <a:ext uri="{FF2B5EF4-FFF2-40B4-BE49-F238E27FC236}">
                <a16:creationId xmlns:a16="http://schemas.microsoft.com/office/drawing/2014/main" id="{7AECA370-F948-4C89-57D8-A7A00484E26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43320" y="6149997"/>
            <a:ext cx="626946" cy="626946"/>
          </a:xfrm>
          <a:prstGeom prst="rect">
            <a:avLst/>
          </a:prstGeom>
        </p:spPr>
      </p:pic>
      <p:sp>
        <p:nvSpPr>
          <p:cNvPr id="6" name="Freeform 10">
            <a:extLst>
              <a:ext uri="{FF2B5EF4-FFF2-40B4-BE49-F238E27FC236}">
                <a16:creationId xmlns:a16="http://schemas.microsoft.com/office/drawing/2014/main" id="{B65432FE-F37A-EE74-058D-67E76E0D2C5D}"/>
              </a:ext>
            </a:extLst>
          </p:cNvPr>
          <p:cNvSpPr/>
          <p:nvPr userDrawn="1"/>
        </p:nvSpPr>
        <p:spPr>
          <a:xfrm>
            <a:off x="6141604" y="6149997"/>
            <a:ext cx="719333" cy="626946"/>
          </a:xfrm>
          <a:custGeom>
            <a:avLst/>
            <a:gdLst/>
            <a:ahLst/>
            <a:cxnLst/>
            <a:rect l="l" t="t" r="r" b="b"/>
            <a:pathLst>
              <a:path w="1616241" h="1385106">
                <a:moveTo>
                  <a:pt x="0" y="0"/>
                </a:moveTo>
                <a:lnTo>
                  <a:pt x="1616241" y="0"/>
                </a:lnTo>
                <a:lnTo>
                  <a:pt x="1616241" y="1385106"/>
                </a:lnTo>
                <a:lnTo>
                  <a:pt x="0" y="13851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3534" t="-37494" r="-73068" b="-37494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7" name="Imagen 6" descr="Imagen que contiene computadora, monitor, pantalla, computer&#10;&#10;El contenido generado por IA puede ser incorrecto.">
            <a:extLst>
              <a:ext uri="{FF2B5EF4-FFF2-40B4-BE49-F238E27FC236}">
                <a16:creationId xmlns:a16="http://schemas.microsoft.com/office/drawing/2014/main" id="{25882A82-EAA4-CE4E-A241-072AC7AF64A0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49" y="6103470"/>
            <a:ext cx="720000" cy="720000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61947A7E-8D4E-22B1-6F80-754B60B92F5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195" y="6121470"/>
            <a:ext cx="684000" cy="684000"/>
          </a:xfrm>
          <a:prstGeom prst="rect">
            <a:avLst/>
          </a:prstGeom>
        </p:spPr>
      </p:pic>
      <p:pic>
        <p:nvPicPr>
          <p:cNvPr id="9" name="Imagen 8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6A5DE03-D2CB-FD19-095F-5AE87DC79F9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5104" y="6121470"/>
            <a:ext cx="684000" cy="684000"/>
          </a:xfrm>
          <a:prstGeom prst="rect">
            <a:avLst/>
          </a:prstGeom>
        </p:spPr>
      </p:pic>
      <p:pic>
        <p:nvPicPr>
          <p:cNvPr id="10" name="Picture 2" descr="All Microsoft Fabric icons for diagramming - Sam Debruyn">
            <a:extLst>
              <a:ext uri="{FF2B5EF4-FFF2-40B4-BE49-F238E27FC236}">
                <a16:creationId xmlns:a16="http://schemas.microsoft.com/office/drawing/2014/main" id="{6A6F4FC2-AF9D-F8E8-DA63-397C81BAC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032" y="6139470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Forma&#10;&#10;El contenido generado por IA puede ser incorrecto.">
            <a:extLst>
              <a:ext uri="{FF2B5EF4-FFF2-40B4-BE49-F238E27FC236}">
                <a16:creationId xmlns:a16="http://schemas.microsoft.com/office/drawing/2014/main" id="{0D2CFC83-0E40-A41D-D51E-837D202366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415" y="6146010"/>
            <a:ext cx="634921" cy="634921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2708F209-B273-A441-BB21-AB556B95CEA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719" y="6103470"/>
            <a:ext cx="720000" cy="720000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042B32E8-B218-5168-7F8D-50E7731281D9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578" y="610347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9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84F7767-0E1B-0D27-A184-C8E923AAF6FB}"/>
              </a:ext>
            </a:extLst>
          </p:cNvPr>
          <p:cNvSpPr/>
          <p:nvPr userDrawn="1"/>
        </p:nvSpPr>
        <p:spPr>
          <a:xfrm>
            <a:off x="0" y="6011484"/>
            <a:ext cx="12192000" cy="873926"/>
          </a:xfrm>
          <a:prstGeom prst="rect">
            <a:avLst/>
          </a:prstGeom>
          <a:solidFill>
            <a:srgbClr val="D482D4"/>
          </a:solidFill>
          <a:ln>
            <a:solidFill>
              <a:srgbClr val="D482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CA6091-9F8D-B2CD-6FEA-54B5BFF64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F72A83-359E-3616-FBE4-223DF689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A229058-9157-25D1-928E-A196F105E38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575352"/>
              </a:clrFrom>
              <a:clrTo>
                <a:srgbClr val="5753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43" y="5974363"/>
            <a:ext cx="2115467" cy="94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05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1" r:id="rId2"/>
    <p:sldLayoutId id="2147483654" r:id="rId3"/>
    <p:sldLayoutId id="2147483655" r:id="rId4"/>
    <p:sldLayoutId id="214748365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229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229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2294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2294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294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83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www.powerplatformbootcamp.com/2026/location-detail/?id=204afdc1-9ec1-f011-aa43-000d3af39bfd&amp;city=Cali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f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microsoft.com/office/2007/relationships/hdphoto" Target="../media/hdphoto1.wdp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divtable.com/table-styl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werplatformbootcamp.com/2026/location-detail/?id=204afdc1-9ec1-f011-aa43-000d3af39bfd&amp;city=Cali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EC86-5BDC-0F78-E4C5-05F42ADA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372655AB-5CF3-5132-B959-E472161437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Cristhian </a:t>
            </a:r>
            <a:r>
              <a:rPr lang="es-CO" dirty="0" err="1"/>
              <a:t>Benitez</a:t>
            </a:r>
            <a:r>
              <a:rPr lang="es-CO" dirty="0"/>
              <a:t>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F3C02-B45B-506E-33D1-4677C95D0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Conectar Canalización de Azure con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automate</a:t>
            </a:r>
            <a:r>
              <a:rPr lang="es-ES" dirty="0"/>
              <a:t>.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E7EF7E-A445-90B6-368C-9356C07CA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" b="2477"/>
          <a:stretch/>
        </p:blipFill>
        <p:spPr>
          <a:xfrm>
            <a:off x="2198438" y="3334451"/>
            <a:ext cx="2250508" cy="2250508"/>
          </a:xfrm>
          <a:prstGeom prst="flowChartConnector">
            <a:avLst/>
          </a:prstGeom>
        </p:spPr>
      </p:pic>
      <p:pic>
        <p:nvPicPr>
          <p:cNvPr id="8" name="Imagen 7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9B686223-8E18-2A72-8992-43FEED46B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5" y="4022184"/>
            <a:ext cx="969798" cy="969798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50FE6E-ECB1-399F-49F3-D62B1E50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183" y="3403242"/>
            <a:ext cx="1117181" cy="433065"/>
          </a:xfrm>
        </p:spPr>
        <p:txBody>
          <a:bodyPr>
            <a:normAutofit fontScale="92500"/>
          </a:bodyPr>
          <a:lstStyle/>
          <a:p>
            <a:r>
              <a:rPr lang="es-CO" dirty="0"/>
              <a:t>Colombia</a:t>
            </a:r>
          </a:p>
        </p:txBody>
      </p:sp>
    </p:spTree>
    <p:extLst>
      <p:ext uri="{BB962C8B-B14F-4D97-AF65-F5344CB8AC3E}">
        <p14:creationId xmlns:p14="http://schemas.microsoft.com/office/powerpoint/2010/main" val="121358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o 30">
            <a:extLst>
              <a:ext uri="{FF2B5EF4-FFF2-40B4-BE49-F238E27FC236}">
                <a16:creationId xmlns:a16="http://schemas.microsoft.com/office/drawing/2014/main" id="{95CBE68B-8255-F1E2-F1F2-C2E555363CC2}"/>
              </a:ext>
            </a:extLst>
          </p:cNvPr>
          <p:cNvGrpSpPr/>
          <p:nvPr/>
        </p:nvGrpSpPr>
        <p:grpSpPr>
          <a:xfrm>
            <a:off x="574044" y="2720441"/>
            <a:ext cx="3240000" cy="1260000"/>
            <a:chOff x="488448" y="1211102"/>
            <a:chExt cx="3240000" cy="1260000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712920A9-90BF-80B2-6073-E0AE08E96245}"/>
                </a:ext>
              </a:extLst>
            </p:cNvPr>
            <p:cNvSpPr/>
            <p:nvPr/>
          </p:nvSpPr>
          <p:spPr>
            <a:xfrm>
              <a:off x="488448" y="1211102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2" name="Imagen 11" descr="Dibujo con letras blancas&#10;&#10;Descripción generada automáticamente con confianza media">
              <a:extLst>
                <a:ext uri="{FF2B5EF4-FFF2-40B4-BE49-F238E27FC236}">
                  <a16:creationId xmlns:a16="http://schemas.microsoft.com/office/drawing/2014/main" id="{28D981B0-DD6F-BE07-EF88-937C60192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465" y="1560949"/>
              <a:ext cx="2975966" cy="560306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BB2B145-A043-9390-0F28-7729E7ADC2CA}"/>
              </a:ext>
            </a:extLst>
          </p:cNvPr>
          <p:cNvGrpSpPr/>
          <p:nvPr/>
        </p:nvGrpSpPr>
        <p:grpSpPr>
          <a:xfrm>
            <a:off x="8319091" y="2692430"/>
            <a:ext cx="3240000" cy="1260000"/>
            <a:chOff x="8358859" y="4276368"/>
            <a:chExt cx="3240000" cy="1260000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1DF57C8C-3E7A-854B-AA0F-A76CD5291157}"/>
                </a:ext>
              </a:extLst>
            </p:cNvPr>
            <p:cNvSpPr/>
            <p:nvPr/>
          </p:nvSpPr>
          <p:spPr>
            <a:xfrm>
              <a:off x="8358859" y="4276368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chemeClr val="bg1"/>
            </a:solidFill>
            <a:ln>
              <a:solidFill>
                <a:srgbClr val="9533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37B70E52-FEF9-20E5-DE32-221429DE35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818" b="26632"/>
            <a:stretch/>
          </p:blipFill>
          <p:spPr>
            <a:xfrm>
              <a:off x="8516089" y="4432848"/>
              <a:ext cx="2925541" cy="947040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C4A8A0A3-E90F-C8F9-C3B3-CEACCBDA2AD7}"/>
              </a:ext>
            </a:extLst>
          </p:cNvPr>
          <p:cNvGrpSpPr/>
          <p:nvPr/>
        </p:nvGrpSpPr>
        <p:grpSpPr>
          <a:xfrm>
            <a:off x="4446567" y="2692430"/>
            <a:ext cx="3240000" cy="1260000"/>
            <a:chOff x="4453247" y="1211102"/>
            <a:chExt cx="3240000" cy="1260000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01CF9013-F79E-BE1F-A492-FE3C324A11FD}"/>
                </a:ext>
              </a:extLst>
            </p:cNvPr>
            <p:cNvSpPr/>
            <p:nvPr/>
          </p:nvSpPr>
          <p:spPr>
            <a:xfrm>
              <a:off x="4453247" y="1211102"/>
              <a:ext cx="3240000" cy="1260000"/>
            </a:xfrm>
            <a:prstGeom prst="roundRect">
              <a:avLst>
                <a:gd name="adj" fmla="val 10091"/>
              </a:avLst>
            </a:prstGeom>
            <a:solidFill>
              <a:srgbClr val="5C5C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pic>
          <p:nvPicPr>
            <p:cNvPr id="3" name="Imagen 2" descr="Imagen que contiene Interfaz de usuario gráfica&#10;&#10;El contenido generado por IA puede ser incorrecto.">
              <a:extLst>
                <a:ext uri="{FF2B5EF4-FFF2-40B4-BE49-F238E27FC236}">
                  <a16:creationId xmlns:a16="http://schemas.microsoft.com/office/drawing/2014/main" id="{8431ED0F-56E8-0AE8-08D7-97D27FC2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85" b="21260"/>
            <a:stretch>
              <a:fillRect/>
            </a:stretch>
          </p:blipFill>
          <p:spPr>
            <a:xfrm>
              <a:off x="4647053" y="1294423"/>
              <a:ext cx="2857500" cy="10202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25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lobal Power Platform Bootcamp">
            <a:extLst>
              <a:ext uri="{FF2B5EF4-FFF2-40B4-BE49-F238E27FC236}">
                <a16:creationId xmlns:a16="http://schemas.microsoft.com/office/drawing/2014/main" id="{B81FF835-2360-B908-2E49-51046E328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46" y="195343"/>
            <a:ext cx="1152000" cy="121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05F5524-CE78-8990-2796-BFDBF963069D}"/>
              </a:ext>
            </a:extLst>
          </p:cNvPr>
          <p:cNvSpPr txBox="1">
            <a:spLocks/>
          </p:cNvSpPr>
          <p:nvPr/>
        </p:nvSpPr>
        <p:spPr>
          <a:xfrm>
            <a:off x="1182000" y="1463957"/>
            <a:ext cx="2385928" cy="523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2800" dirty="0">
                <a:solidFill>
                  <a:srgbClr val="953395"/>
                </a:solidFill>
              </a:rPr>
              <a:t>Regístrate</a:t>
            </a:r>
          </a:p>
        </p:txBody>
      </p:sp>
      <p:sp>
        <p:nvSpPr>
          <p:cNvPr id="3" name="CuadroTexto 2">
            <a:hlinkClick r:id="rId4"/>
            <a:extLst>
              <a:ext uri="{FF2B5EF4-FFF2-40B4-BE49-F238E27FC236}">
                <a16:creationId xmlns:a16="http://schemas.microsoft.com/office/drawing/2014/main" id="{A17E9E85-134C-8EFE-37FA-D36509199E7A}"/>
              </a:ext>
            </a:extLst>
          </p:cNvPr>
          <p:cNvSpPr txBox="1"/>
          <p:nvPr/>
        </p:nvSpPr>
        <p:spPr>
          <a:xfrm>
            <a:off x="507123" y="5552193"/>
            <a:ext cx="11177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dirty="0">
                <a:hlinkClick r:id="rId4"/>
              </a:rPr>
              <a:t>https://www.powerplatformbootcamp.com/2026/location-detail/?id=204afdc1-9ec1-f011-aa43-000d3af39bfd&amp;city=Cali</a:t>
            </a:r>
            <a:endParaRPr lang="es-CO" sz="160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88E55CE-2323-6CC1-062C-6A72C9A0F8AC}"/>
              </a:ext>
            </a:extLst>
          </p:cNvPr>
          <p:cNvGrpSpPr>
            <a:grpSpLocks noChangeAspect="1"/>
          </p:cNvGrpSpPr>
          <p:nvPr/>
        </p:nvGrpSpPr>
        <p:grpSpPr>
          <a:xfrm>
            <a:off x="1182000" y="2143464"/>
            <a:ext cx="9828000" cy="3315166"/>
            <a:chOff x="990139" y="2059589"/>
            <a:chExt cx="10488053" cy="353374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E1B857C1-C0CA-E921-927C-29C08D450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50000"/>
            </a:blip>
            <a:srcRect t="16220" b="23999"/>
            <a:stretch>
              <a:fillRect/>
            </a:stretch>
          </p:blipFill>
          <p:spPr>
            <a:xfrm>
              <a:off x="990139" y="2059589"/>
              <a:ext cx="8602379" cy="3533740"/>
            </a:xfrm>
            <a:prstGeom prst="roundRect">
              <a:avLst>
                <a:gd name="adj" fmla="val 7869"/>
              </a:avLst>
            </a:prstGeom>
          </p:spPr>
        </p:pic>
        <p:pic>
          <p:nvPicPr>
            <p:cNvPr id="7" name="Imagen 6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CF41DE55-8D79-C06D-0FF9-065A5097B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92" y="2114453"/>
              <a:ext cx="3420000" cy="3420000"/>
            </a:xfrm>
            <a:prstGeom prst="roundRect">
              <a:avLst>
                <a:gd name="adj" fmla="val 6450"/>
              </a:avLst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09AB2-DE20-9BE8-D6B7-4B1CDF00F53B}"/>
              </a:ext>
            </a:extLst>
          </p:cNvPr>
          <p:cNvSpPr txBox="1"/>
          <p:nvPr/>
        </p:nvSpPr>
        <p:spPr>
          <a:xfrm>
            <a:off x="4563136" y="1458205"/>
            <a:ext cx="3934872" cy="480131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rgbClr val="95339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Descarga el material gratis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E9F081D-D6B9-4101-C99C-34A1002721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33053" y="2460848"/>
            <a:ext cx="2161742" cy="1077920"/>
          </a:xfrm>
          <a:prstGeom prst="bentConnector3">
            <a:avLst>
              <a:gd name="adj1" fmla="val 100507"/>
            </a:avLst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3816765-8055-4DA7-E48D-AB22A738B8A6}"/>
              </a:ext>
            </a:extLst>
          </p:cNvPr>
          <p:cNvCxnSpPr/>
          <p:nvPr/>
        </p:nvCxnSpPr>
        <p:spPr>
          <a:xfrm>
            <a:off x="6418757" y="1864345"/>
            <a:ext cx="0" cy="1980000"/>
          </a:xfrm>
          <a:prstGeom prst="line">
            <a:avLst/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7A5A562B-004A-3F30-AB4E-DCA2A597A8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8" t="10796" b="-1"/>
          <a:stretch>
            <a:fillRect/>
          </a:stretch>
        </p:blipFill>
        <p:spPr>
          <a:xfrm>
            <a:off x="3576755" y="3943350"/>
            <a:ext cx="1116000" cy="262030"/>
          </a:xfrm>
          <a:prstGeom prst="roundRect">
            <a:avLst>
              <a:gd name="adj" fmla="val 50000"/>
            </a:avLst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3BB20EC-BB9F-401C-D8B0-126A95762B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955" t="3883" r="2558" b="-2"/>
          <a:stretch>
            <a:fillRect/>
          </a:stretch>
        </p:blipFill>
        <p:spPr>
          <a:xfrm>
            <a:off x="6058757" y="3940216"/>
            <a:ext cx="720000" cy="283045"/>
          </a:xfrm>
          <a:prstGeom prst="roundRect">
            <a:avLst>
              <a:gd name="adj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28179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7CF43-247F-C438-43B4-6C15DCC4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57114-38FB-46CB-8F12-DF7B5963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0"/>
            <a:ext cx="11823032" cy="1090863"/>
          </a:xfrm>
        </p:spPr>
        <p:txBody>
          <a:bodyPr/>
          <a:lstStyle/>
          <a:p>
            <a:r>
              <a:rPr lang="es-CO" dirty="0"/>
              <a:t>Agenda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8364F2-49FD-5688-0301-B2A5DD7DE3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CO" dirty="0"/>
              <a:t>Contexto.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Solución: Canalización en Azure + conectar con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automate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07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0F8DF-A5A7-CDDC-1FD8-8080F701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0814" y="3528520"/>
            <a:ext cx="5366383" cy="1707509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CO" sz="1800" dirty="0">
                <a:solidFill>
                  <a:srgbClr val="4472C4"/>
                </a:solidFill>
                <a:latin typeface="Oswald" panose="00000500000000000000" pitchFamily="2" charset="0"/>
              </a:rPr>
              <a:t>Economista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CO" sz="1800" dirty="0">
                <a:solidFill>
                  <a:srgbClr val="4472C4"/>
                </a:solidFill>
                <a:latin typeface="Oswald" panose="00000500000000000000" pitchFamily="2" charset="0"/>
              </a:rPr>
              <a:t>Administrador de Empresas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CO" sz="1800" dirty="0">
                <a:solidFill>
                  <a:srgbClr val="4472C4"/>
                </a:solidFill>
                <a:latin typeface="Oswald" panose="00000500000000000000" pitchFamily="2" charset="0"/>
              </a:rPr>
              <a:t>Administrador financiero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CO" sz="1800" dirty="0">
                <a:solidFill>
                  <a:srgbClr val="4472C4"/>
                </a:solidFill>
                <a:latin typeface="Oswald" panose="00000500000000000000" pitchFamily="2" charset="0"/>
              </a:rPr>
              <a:t>Ingeniero de datos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s-CO" sz="1800" dirty="0">
                <a:solidFill>
                  <a:srgbClr val="4472C4"/>
                </a:solidFill>
                <a:latin typeface="Oswald" panose="00000500000000000000" pitchFamily="2" charset="0"/>
              </a:rPr>
              <a:t>Emprendedor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FC83F48-5F67-C55D-3BF0-09C87F39F602}"/>
              </a:ext>
            </a:extLst>
          </p:cNvPr>
          <p:cNvGrpSpPr>
            <a:grpSpLocks noChangeAspect="1"/>
          </p:cNvGrpSpPr>
          <p:nvPr/>
        </p:nvGrpSpPr>
        <p:grpSpPr>
          <a:xfrm>
            <a:off x="4819833" y="2447304"/>
            <a:ext cx="1656000" cy="1506570"/>
            <a:chOff x="4292168" y="1966127"/>
            <a:chExt cx="2730362" cy="2484000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A1B4B83B-F10E-E862-9AA8-57EC10DD93BE}"/>
                </a:ext>
              </a:extLst>
            </p:cNvPr>
            <p:cNvSpPr>
              <a:spLocks noChangeAspect="1"/>
            </p:cNvSpPr>
            <p:nvPr/>
          </p:nvSpPr>
          <p:spPr>
            <a:xfrm rot="2700000" flipV="1">
              <a:off x="4292168" y="1966127"/>
              <a:ext cx="2484000" cy="2484000"/>
            </a:xfrm>
            <a:custGeom>
              <a:avLst/>
              <a:gdLst>
                <a:gd name="connsiteX0" fmla="*/ 0 w 3145728"/>
                <a:gd name="connsiteY0" fmla="*/ 3125834 h 3145728"/>
                <a:gd name="connsiteX1" fmla="*/ 3125835 w 3145728"/>
                <a:gd name="connsiteY1" fmla="*/ 0 h 3145728"/>
                <a:gd name="connsiteX2" fmla="*/ 3133538 w 3145728"/>
                <a:gd name="connsiteY2" fmla="*/ 24817 h 3145728"/>
                <a:gd name="connsiteX3" fmla="*/ 3145728 w 3145728"/>
                <a:gd name="connsiteY3" fmla="*/ 145740 h 3145728"/>
                <a:gd name="connsiteX4" fmla="*/ 3145728 w 3145728"/>
                <a:gd name="connsiteY4" fmla="*/ 2545716 h 3145728"/>
                <a:gd name="connsiteX5" fmla="*/ 2545716 w 3145728"/>
                <a:gd name="connsiteY5" fmla="*/ 3145728 h 3145728"/>
                <a:gd name="connsiteX6" fmla="*/ 145740 w 3145728"/>
                <a:gd name="connsiteY6" fmla="*/ 3145728 h 3145728"/>
                <a:gd name="connsiteX7" fmla="*/ 24817 w 3145728"/>
                <a:gd name="connsiteY7" fmla="*/ 3133538 h 314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45728" h="3145728">
                  <a:moveTo>
                    <a:pt x="0" y="3125834"/>
                  </a:moveTo>
                  <a:lnTo>
                    <a:pt x="3125835" y="0"/>
                  </a:lnTo>
                  <a:lnTo>
                    <a:pt x="3133538" y="24817"/>
                  </a:lnTo>
                  <a:cubicBezTo>
                    <a:pt x="3141530" y="63876"/>
                    <a:pt x="3145728" y="104318"/>
                    <a:pt x="3145728" y="145740"/>
                  </a:cubicBezTo>
                  <a:lnTo>
                    <a:pt x="3145728" y="2545716"/>
                  </a:lnTo>
                  <a:cubicBezTo>
                    <a:pt x="3145728" y="2877093"/>
                    <a:pt x="2877093" y="3145728"/>
                    <a:pt x="2545716" y="3145728"/>
                  </a:cubicBezTo>
                  <a:lnTo>
                    <a:pt x="145740" y="3145728"/>
                  </a:lnTo>
                  <a:cubicBezTo>
                    <a:pt x="104318" y="3145728"/>
                    <a:pt x="63876" y="3141531"/>
                    <a:pt x="24817" y="3133538"/>
                  </a:cubicBezTo>
                  <a:close/>
                </a:path>
              </a:pathLst>
            </a:custGeom>
            <a:solidFill>
              <a:srgbClr val="7327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O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59224CFC-1C49-3C99-6FDD-BD4C691A483D}"/>
                </a:ext>
              </a:extLst>
            </p:cNvPr>
            <p:cNvSpPr>
              <a:spLocks noChangeAspect="1"/>
            </p:cNvSpPr>
            <p:nvPr/>
          </p:nvSpPr>
          <p:spPr>
            <a:xfrm rot="2700000" flipV="1">
              <a:off x="5776695" y="3081201"/>
              <a:ext cx="547670" cy="1944000"/>
            </a:xfrm>
            <a:custGeom>
              <a:avLst/>
              <a:gdLst>
                <a:gd name="connsiteX0" fmla="*/ 9960 w 547670"/>
                <a:gd name="connsiteY0" fmla="*/ 1944000 h 1944000"/>
                <a:gd name="connsiteX1" fmla="*/ 176874 w 547670"/>
                <a:gd name="connsiteY1" fmla="*/ 1944000 h 1944000"/>
                <a:gd name="connsiteX2" fmla="*/ 547670 w 547670"/>
                <a:gd name="connsiteY2" fmla="*/ 1573204 h 1944000"/>
                <a:gd name="connsiteX3" fmla="*/ 547670 w 547670"/>
                <a:gd name="connsiteY3" fmla="*/ 90064 h 1944000"/>
                <a:gd name="connsiteX4" fmla="*/ 540137 w 547670"/>
                <a:gd name="connsiteY4" fmla="*/ 15337 h 1944000"/>
                <a:gd name="connsiteX5" fmla="*/ 535376 w 547670"/>
                <a:gd name="connsiteY5" fmla="*/ 0 h 1944000"/>
                <a:gd name="connsiteX6" fmla="*/ 0 w 547670"/>
                <a:gd name="connsiteY6" fmla="*/ 535376 h 1944000"/>
                <a:gd name="connsiteX7" fmla="*/ 334 w 547670"/>
                <a:gd name="connsiteY7" fmla="*/ 536450 h 1944000"/>
                <a:gd name="connsiteX8" fmla="*/ 9960 w 547670"/>
                <a:gd name="connsiteY8" fmla="*/ 631936 h 194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7670" h="1944000">
                  <a:moveTo>
                    <a:pt x="9960" y="1944000"/>
                  </a:moveTo>
                  <a:lnTo>
                    <a:pt x="176874" y="1944000"/>
                  </a:lnTo>
                  <a:cubicBezTo>
                    <a:pt x="381659" y="1944000"/>
                    <a:pt x="547670" y="1777989"/>
                    <a:pt x="547670" y="1573204"/>
                  </a:cubicBezTo>
                  <a:lnTo>
                    <a:pt x="547670" y="90064"/>
                  </a:lnTo>
                  <a:cubicBezTo>
                    <a:pt x="547670" y="64467"/>
                    <a:pt x="545076" y="39474"/>
                    <a:pt x="540137" y="15337"/>
                  </a:cubicBezTo>
                  <a:lnTo>
                    <a:pt x="535376" y="0"/>
                  </a:lnTo>
                  <a:lnTo>
                    <a:pt x="0" y="535376"/>
                  </a:lnTo>
                  <a:lnTo>
                    <a:pt x="334" y="536450"/>
                  </a:lnTo>
                  <a:cubicBezTo>
                    <a:pt x="6645" y="567293"/>
                    <a:pt x="9959" y="599227"/>
                    <a:pt x="9960" y="631936"/>
                  </a:cubicBezTo>
                  <a:close/>
                </a:path>
              </a:pathLst>
            </a:custGeom>
            <a:solidFill>
              <a:srgbClr val="7327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CO" dirty="0">
                <a:solidFill>
                  <a:srgbClr val="FFFFFF"/>
                </a:solidFill>
                <a:latin typeface="Century Gothic"/>
              </a:endParaRPr>
            </a:p>
          </p:txBody>
        </p:sp>
      </p:grp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0D39EF88-B1BB-915D-5462-247DFD39C630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5064298" y="2724249"/>
            <a:ext cx="1008000" cy="1008000"/>
          </a:xfrm>
          <a:custGeom>
            <a:avLst/>
            <a:gdLst>
              <a:gd name="connsiteX0" fmla="*/ 0 w 3145728"/>
              <a:gd name="connsiteY0" fmla="*/ 3125834 h 3145728"/>
              <a:gd name="connsiteX1" fmla="*/ 3125835 w 3145728"/>
              <a:gd name="connsiteY1" fmla="*/ 0 h 3145728"/>
              <a:gd name="connsiteX2" fmla="*/ 3133538 w 3145728"/>
              <a:gd name="connsiteY2" fmla="*/ 24817 h 3145728"/>
              <a:gd name="connsiteX3" fmla="*/ 3145728 w 3145728"/>
              <a:gd name="connsiteY3" fmla="*/ 145740 h 3145728"/>
              <a:gd name="connsiteX4" fmla="*/ 3145728 w 3145728"/>
              <a:gd name="connsiteY4" fmla="*/ 2545716 h 3145728"/>
              <a:gd name="connsiteX5" fmla="*/ 2545716 w 3145728"/>
              <a:gd name="connsiteY5" fmla="*/ 3145728 h 3145728"/>
              <a:gd name="connsiteX6" fmla="*/ 145740 w 3145728"/>
              <a:gd name="connsiteY6" fmla="*/ 3145728 h 3145728"/>
              <a:gd name="connsiteX7" fmla="*/ 24817 w 3145728"/>
              <a:gd name="connsiteY7" fmla="*/ 3133538 h 3145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45728" h="3145728">
                <a:moveTo>
                  <a:pt x="0" y="3125834"/>
                </a:moveTo>
                <a:lnTo>
                  <a:pt x="3125835" y="0"/>
                </a:lnTo>
                <a:lnTo>
                  <a:pt x="3133538" y="24817"/>
                </a:lnTo>
                <a:cubicBezTo>
                  <a:pt x="3141530" y="63876"/>
                  <a:pt x="3145728" y="104318"/>
                  <a:pt x="3145728" y="145740"/>
                </a:cubicBezTo>
                <a:lnTo>
                  <a:pt x="3145728" y="2545716"/>
                </a:lnTo>
                <a:cubicBezTo>
                  <a:pt x="3145728" y="2877093"/>
                  <a:pt x="2877093" y="3145728"/>
                  <a:pt x="2545716" y="3145728"/>
                </a:cubicBezTo>
                <a:lnTo>
                  <a:pt x="145740" y="3145728"/>
                </a:lnTo>
                <a:cubicBezTo>
                  <a:pt x="104318" y="3145728"/>
                  <a:pt x="63876" y="3141531"/>
                  <a:pt x="24817" y="3133538"/>
                </a:cubicBezTo>
                <a:close/>
              </a:path>
            </a:pathLst>
          </a:cu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8203CE-09EF-C3F2-459C-038A9850D438}"/>
              </a:ext>
            </a:extLst>
          </p:cNvPr>
          <p:cNvSpPr txBox="1"/>
          <p:nvPr/>
        </p:nvSpPr>
        <p:spPr>
          <a:xfrm>
            <a:off x="7154469" y="2890291"/>
            <a:ext cx="4502687" cy="5909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500" b="1">
                <a:solidFill>
                  <a:srgbClr val="322944"/>
                </a:solidFill>
                <a:latin typeface="Oswald" panose="00000500000000000000" pitchFamily="2" charset="0"/>
                <a:ea typeface="+mj-ea"/>
                <a:cs typeface="+mj-cs"/>
              </a:defRPr>
            </a:lvl1pPr>
          </a:lstStyle>
          <a:p>
            <a:pPr lvl="0">
              <a:spcBef>
                <a:spcPts val="0"/>
              </a:spcBef>
              <a:buClr>
                <a:srgbClr val="322944"/>
              </a:buClr>
              <a:buSzPct val="100000"/>
            </a:pPr>
            <a:r>
              <a:rPr lang="es-CO" dirty="0">
                <a:latin typeface="Oswald"/>
                <a:ea typeface="Oswald"/>
                <a:cs typeface="Oswald"/>
                <a:sym typeface="Oswald"/>
              </a:rPr>
              <a:t>@cristhianbenitez</a:t>
            </a:r>
            <a:endParaRPr lang="es-CO" dirty="0"/>
          </a:p>
        </p:txBody>
      </p:sp>
      <p:pic>
        <p:nvPicPr>
          <p:cNvPr id="1026" name="Picture 2" descr="LinkedIn - Aplicaciones de Microsoft">
            <a:extLst>
              <a:ext uri="{FF2B5EF4-FFF2-40B4-BE49-F238E27FC236}">
                <a16:creationId xmlns:a16="http://schemas.microsoft.com/office/drawing/2014/main" id="{0B8E6BFC-EDC6-730C-D2EF-C01DFD18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333" y="2872836"/>
            <a:ext cx="612000" cy="6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Una persona con un traje de color azul&#10;&#10;El contenido generado por IA puede ser incorrecto.">
            <a:extLst>
              <a:ext uri="{FF2B5EF4-FFF2-40B4-BE49-F238E27FC236}">
                <a16:creationId xmlns:a16="http://schemas.microsoft.com/office/drawing/2014/main" id="{800CF323-3682-4BFF-49E4-1726563F3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2" t="12962" r="27764" b="4830"/>
          <a:stretch>
            <a:fillRect/>
          </a:stretch>
        </p:blipFill>
        <p:spPr>
          <a:xfrm>
            <a:off x="1242638" y="515074"/>
            <a:ext cx="3175346" cy="549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29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5DBA-C9DA-B363-78B3-E2C4163A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64C7A8C-E506-B17D-E3C9-C414A1D8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0"/>
            <a:ext cx="11823032" cy="1090863"/>
          </a:xfrm>
        </p:spPr>
        <p:txBody>
          <a:bodyPr/>
          <a:lstStyle/>
          <a:p>
            <a:r>
              <a:rPr lang="es-CO" dirty="0"/>
              <a:t>Contexto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93392733-902B-CEAA-E949-8FFAB112F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5" y="1267326"/>
            <a:ext cx="11823032" cy="4715962"/>
          </a:xfrm>
        </p:spPr>
        <p:txBody>
          <a:bodyPr/>
          <a:lstStyle/>
          <a:p>
            <a:pPr algn="just"/>
            <a:r>
              <a:rPr lang="es-CO" dirty="0"/>
              <a:t>Cuando realizamos procesos en Azure (flujos, canalizaciones, pipelines) necesitamos enviar una comunicación, respuesta y/o resultado al usuario final.</a:t>
            </a:r>
          </a:p>
          <a:p>
            <a:pPr marL="0" indent="0" algn="just">
              <a:buNone/>
            </a:pPr>
            <a:r>
              <a:rPr lang="es-CO" dirty="0"/>
              <a:t>Para este caso existen varias opciones: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s-CO" dirty="0"/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CO" dirty="0"/>
              <a:t> Crear proceso en </a:t>
            </a:r>
            <a:r>
              <a:rPr lang="es-CO" dirty="0" err="1"/>
              <a:t>azure</a:t>
            </a:r>
            <a:r>
              <a:rPr lang="es-CO" dirty="0"/>
              <a:t> programado +  flujo programado en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automate</a:t>
            </a:r>
            <a:r>
              <a:rPr lang="es-CO" dirty="0"/>
              <a:t> con una hora y/o día para que se ejecute, una vez termine  el proceso de Azure.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s-CO" dirty="0"/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CO" dirty="0"/>
              <a:t> Crear flujo programado en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automate</a:t>
            </a:r>
            <a:r>
              <a:rPr lang="es-CO" dirty="0"/>
              <a:t> con una hora y/o día, incluyendo la acción de “crear canalización” para que se ejecute y una vez termine  el proceso de Azure, continue el flujo en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Automate</a:t>
            </a:r>
            <a:r>
              <a:rPr lang="es-CO" dirty="0"/>
              <a:t>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s-CO" dirty="0"/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s-CO" dirty="0"/>
              <a:t>Crear proceso en </a:t>
            </a:r>
            <a:r>
              <a:rPr lang="es-CO" dirty="0" err="1"/>
              <a:t>azure</a:t>
            </a:r>
            <a:r>
              <a:rPr lang="es-CO" dirty="0"/>
              <a:t> programado con el conector web +  flujo automático que se desencadena, una vez recibe la solicitud </a:t>
            </a:r>
            <a:r>
              <a:rPr lang="es-CO" dirty="0" err="1"/>
              <a:t>html</a:t>
            </a:r>
            <a:r>
              <a:rPr lang="es-CO" dirty="0"/>
              <a:t>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s-CO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5C7672-1545-AD97-4081-3D71437CB486}"/>
              </a:ext>
            </a:extLst>
          </p:cNvPr>
          <p:cNvSpPr/>
          <p:nvPr/>
        </p:nvSpPr>
        <p:spPr>
          <a:xfrm>
            <a:off x="674913" y="4376057"/>
            <a:ext cx="11340623" cy="8926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548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DE34-D40C-05DC-3ADA-B6C51ED3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A3913-C702-A305-3D20-31EDCA6A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97972"/>
            <a:ext cx="11823032" cy="1116000"/>
          </a:xfrm>
        </p:spPr>
        <p:txBody>
          <a:bodyPr>
            <a:normAutofit fontScale="90000"/>
          </a:bodyPr>
          <a:lstStyle/>
          <a:p>
            <a:pPr algn="just"/>
            <a:r>
              <a:rPr lang="es-CO" b="0" dirty="0"/>
              <a:t>El </a:t>
            </a:r>
            <a:r>
              <a:rPr lang="es-CO" b="0" dirty="0" err="1"/>
              <a:t>workflow</a:t>
            </a:r>
            <a:r>
              <a:rPr lang="es-CO" b="0" dirty="0"/>
              <a:t> propuesto, implica crear en </a:t>
            </a:r>
            <a:r>
              <a:rPr lang="es-CO" b="0" dirty="0" err="1"/>
              <a:t>azure</a:t>
            </a:r>
            <a:r>
              <a:rPr lang="es-CO" b="0" dirty="0"/>
              <a:t> una canalización con el conector web para luego crear flujo automático que se desencadena, una vez recibe la solicitud </a:t>
            </a:r>
            <a:r>
              <a:rPr lang="es-CO" b="0" dirty="0" err="1"/>
              <a:t>html</a:t>
            </a:r>
            <a:r>
              <a:rPr lang="es-CO" b="0" dirty="0"/>
              <a:t>.</a:t>
            </a:r>
            <a:br>
              <a:rPr lang="es-CO" b="0" dirty="0"/>
            </a:br>
            <a:endParaRPr lang="es-CO" b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143CC2-5599-8EDA-4E0A-F2A378EF161C}"/>
              </a:ext>
            </a:extLst>
          </p:cNvPr>
          <p:cNvSpPr txBox="1"/>
          <p:nvPr/>
        </p:nvSpPr>
        <p:spPr>
          <a:xfrm>
            <a:off x="5940437" y="4297908"/>
            <a:ext cx="4427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   Requiere licencia premium de </a:t>
            </a:r>
            <a:r>
              <a:rPr lang="es-CO" sz="1400" dirty="0" err="1"/>
              <a:t>Power</a:t>
            </a:r>
            <a:r>
              <a:rPr lang="es-CO" sz="1400" dirty="0"/>
              <a:t> </a:t>
            </a:r>
            <a:r>
              <a:rPr lang="es-CO" sz="1400" dirty="0" err="1"/>
              <a:t>automate</a:t>
            </a:r>
            <a:endParaRPr lang="es-CO" sz="1400" dirty="0"/>
          </a:p>
        </p:txBody>
      </p:sp>
      <p:pic>
        <p:nvPicPr>
          <p:cNvPr id="4" name="Picture 2" descr="Meet Power BI Premium per user element61">
            <a:extLst>
              <a:ext uri="{FF2B5EF4-FFF2-40B4-BE49-F238E27FC236}">
                <a16:creationId xmlns:a16="http://schemas.microsoft.com/office/drawing/2014/main" id="{A1BC78DD-EE0C-A18C-37FA-A75D9A0F8E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078" b="68713" l="42376" r="573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507" t="39873" r="40806" b="28083"/>
          <a:stretch/>
        </p:blipFill>
        <p:spPr bwMode="auto">
          <a:xfrm>
            <a:off x="5715211" y="4266538"/>
            <a:ext cx="450453" cy="40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n 2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477BF5A-65B1-798A-2015-CCE740FA4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89" y="3208544"/>
            <a:ext cx="1641370" cy="775669"/>
          </a:xfrm>
          <a:prstGeom prst="rect">
            <a:avLst/>
          </a:prstGeom>
        </p:spPr>
      </p:pic>
      <p:pic>
        <p:nvPicPr>
          <p:cNvPr id="25" name="Imagen 2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4D2EA20-0884-E0BC-D995-2D5EC62518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866" y="2245984"/>
            <a:ext cx="1540702" cy="493730"/>
          </a:xfrm>
          <a:prstGeom prst="rect">
            <a:avLst/>
          </a:prstGeom>
        </p:spPr>
      </p:pic>
      <p:pic>
        <p:nvPicPr>
          <p:cNvPr id="27" name="Imagen 2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DACD02C-3062-587B-98AE-78B8A4F1B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880" y="3069135"/>
            <a:ext cx="701744" cy="911035"/>
          </a:xfrm>
          <a:prstGeom prst="rect">
            <a:avLst/>
          </a:prstGeom>
        </p:spPr>
      </p:pic>
      <p:pic>
        <p:nvPicPr>
          <p:cNvPr id="29" name="Imagen 2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7069A78-29AD-9E64-D995-94B0959A9E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457" y="3004826"/>
            <a:ext cx="779005" cy="1003718"/>
          </a:xfrm>
          <a:prstGeom prst="rect">
            <a:avLst/>
          </a:prstGeom>
        </p:spPr>
      </p:pic>
      <p:pic>
        <p:nvPicPr>
          <p:cNvPr id="31" name="Imagen 30" descr="Texto&#10;&#10;El contenido generado por IA puede ser incorrecto.">
            <a:extLst>
              <a:ext uri="{FF2B5EF4-FFF2-40B4-BE49-F238E27FC236}">
                <a16:creationId xmlns:a16="http://schemas.microsoft.com/office/drawing/2014/main" id="{811EF9D9-16BE-AC8B-1C6E-512170202E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3967" y="3029632"/>
            <a:ext cx="779005" cy="104678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D6FAF56-B58F-CE92-9407-0F7CDFD95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92" y="2254822"/>
            <a:ext cx="1911764" cy="54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neDrive Logo PNG File">
            <a:extLst>
              <a:ext uri="{FF2B5EF4-FFF2-40B4-BE49-F238E27FC236}">
                <a16:creationId xmlns:a16="http://schemas.microsoft.com/office/drawing/2014/main" id="{46BD0F2F-307E-2CD0-0611-F6DFABB75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147" y="3208544"/>
            <a:ext cx="854964" cy="63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03516113-2620-73A6-5AF0-1C1AE1CF840B}"/>
              </a:ext>
            </a:extLst>
          </p:cNvPr>
          <p:cNvSpPr/>
          <p:nvPr/>
        </p:nvSpPr>
        <p:spPr>
          <a:xfrm>
            <a:off x="5904627" y="3013361"/>
            <a:ext cx="2433832" cy="1115999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311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7881-979E-67D8-4CEF-6A2D2E7C2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7B5A9-282C-6DCA-93FE-92CBC002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2) Solución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8F4BEB-987D-1653-5273-8605223E8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</p:spTree>
    <p:extLst>
      <p:ext uri="{BB962C8B-B14F-4D97-AF65-F5344CB8AC3E}">
        <p14:creationId xmlns:p14="http://schemas.microsoft.com/office/powerpoint/2010/main" val="399220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E460-A9CC-398A-DCB7-9581F734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2DB708-781E-BE2C-0C67-4C3FD64C9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2BF4C0F4-A6C5-3C33-5677-5BF75BCC610A}"/>
              </a:ext>
            </a:extLst>
          </p:cNvPr>
          <p:cNvSpPr txBox="1">
            <a:spLocks/>
          </p:cNvSpPr>
          <p:nvPr/>
        </p:nvSpPr>
        <p:spPr>
          <a:xfrm>
            <a:off x="176080" y="333876"/>
            <a:ext cx="11466095" cy="868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1: Ingresamos a office 365, activamos la aplicación de </a:t>
            </a:r>
            <a:r>
              <a:rPr lang="es-CO" sz="2400" b="1" dirty="0" err="1"/>
              <a:t>power</a:t>
            </a:r>
            <a:r>
              <a:rPr lang="es-CO" sz="2400" b="1" dirty="0"/>
              <a:t> </a:t>
            </a:r>
            <a:r>
              <a:rPr lang="es-CO" sz="2400" b="1" dirty="0" err="1"/>
              <a:t>automate</a:t>
            </a:r>
            <a:r>
              <a:rPr lang="es-CO" sz="2400" b="1" dirty="0"/>
              <a:t> y Creamos un nuevo flujo de nube automatizado.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BBC7FE9-F31F-449E-A4BB-3C99FF0A8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320" y="1638300"/>
            <a:ext cx="8477686" cy="38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0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ECDC-90FE-70D0-F63F-48EEF034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376AE2-7D46-9157-69CE-7D029C3E4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F28F9E42-2F3D-103A-9C06-D58B3E5124B0}"/>
              </a:ext>
            </a:extLst>
          </p:cNvPr>
          <p:cNvSpPr txBox="1">
            <a:spLocks/>
          </p:cNvSpPr>
          <p:nvPr/>
        </p:nvSpPr>
        <p:spPr>
          <a:xfrm>
            <a:off x="241394" y="333876"/>
            <a:ext cx="11466095" cy="868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2: Asignamos un nombre al flujo y seleccionamos cualquier desencadenador.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9A2EC7A2-0965-244A-A35C-94E94B8E5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598" y="1202824"/>
            <a:ext cx="8477686" cy="38673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B899357-E03E-4C58-39C1-6681DACD74F4}"/>
              </a:ext>
            </a:extLst>
          </p:cNvPr>
          <p:cNvSpPr txBox="1"/>
          <p:nvPr/>
        </p:nvSpPr>
        <p:spPr>
          <a:xfrm>
            <a:off x="1611922" y="5292790"/>
            <a:ext cx="860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*En la pantalla inicial no aparecen los conectores premium. Se debe buscar y reemplazar después de creado el flujo.</a:t>
            </a:r>
          </a:p>
        </p:txBody>
      </p:sp>
    </p:spTree>
    <p:extLst>
      <p:ext uri="{BB962C8B-B14F-4D97-AF65-F5344CB8AC3E}">
        <p14:creationId xmlns:p14="http://schemas.microsoft.com/office/powerpoint/2010/main" val="121465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0938-D19A-7EDF-2A6A-E4B4FBA3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DB1821-80AA-F465-60C3-A3D1401EE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7D73BA2E-9730-4D99-E3B4-D8DD00A89257}"/>
              </a:ext>
            </a:extLst>
          </p:cNvPr>
          <p:cNvSpPr txBox="1">
            <a:spLocks/>
          </p:cNvSpPr>
          <p:nvPr/>
        </p:nvSpPr>
        <p:spPr>
          <a:xfrm>
            <a:off x="274052" y="225065"/>
            <a:ext cx="11466095" cy="868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3: Eliminamos el desencadenador actual y buscamos el que se llama “Solicitud”. 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0429A0F-E0E6-DC3F-903F-42B779EAC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914400"/>
            <a:ext cx="9480884" cy="4331437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5ADD353-9653-41DF-5B06-2CEABC828F7B}"/>
              </a:ext>
            </a:extLst>
          </p:cNvPr>
          <p:cNvSpPr/>
          <p:nvPr/>
        </p:nvSpPr>
        <p:spPr>
          <a:xfrm>
            <a:off x="4016829" y="4887686"/>
            <a:ext cx="4528457" cy="358151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C3E99DD-2522-C8B6-E5CB-031DBDF28307}"/>
              </a:ext>
            </a:extLst>
          </p:cNvPr>
          <p:cNvSpPr/>
          <p:nvPr/>
        </p:nvSpPr>
        <p:spPr>
          <a:xfrm>
            <a:off x="4604659" y="2090057"/>
            <a:ext cx="631372" cy="576000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BFD4BC-C174-365A-3488-DE3CB8BC1B18}"/>
              </a:ext>
            </a:extLst>
          </p:cNvPr>
          <p:cNvSpPr/>
          <p:nvPr/>
        </p:nvSpPr>
        <p:spPr>
          <a:xfrm>
            <a:off x="4027716" y="1282349"/>
            <a:ext cx="859969" cy="384244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146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05EE-C967-5D46-A75F-A9E4E24D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A8E8050-5DE5-FBE4-91EB-0EAEA95AA8FF}"/>
              </a:ext>
            </a:extLst>
          </p:cNvPr>
          <p:cNvSpPr txBox="1">
            <a:spLocks/>
          </p:cNvSpPr>
          <p:nvPr/>
        </p:nvSpPr>
        <p:spPr>
          <a:xfrm>
            <a:off x="274052" y="301266"/>
            <a:ext cx="11466095" cy="868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4: Realizamos la configuración como se muestra en la imagen 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440F6D-9CB4-A39E-D9E1-AA44B2343E9B}"/>
              </a:ext>
            </a:extLst>
          </p:cNvPr>
          <p:cNvSpPr txBox="1"/>
          <p:nvPr/>
        </p:nvSpPr>
        <p:spPr>
          <a:xfrm>
            <a:off x="1453696" y="5414037"/>
            <a:ext cx="860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*Importante: La dirección </a:t>
            </a:r>
            <a:r>
              <a:rPr lang="es-CO" dirty="0" err="1"/>
              <a:t>url</a:t>
            </a:r>
            <a:r>
              <a:rPr lang="es-CO" dirty="0"/>
              <a:t> se crea una vez se guarda el flujo. Esta </a:t>
            </a:r>
            <a:r>
              <a:rPr lang="es-CO" dirty="0" err="1"/>
              <a:t>url</a:t>
            </a:r>
            <a:r>
              <a:rPr lang="es-CO" dirty="0"/>
              <a:t> es la que se agrega en Azure.</a:t>
            </a:r>
          </a:p>
        </p:txBody>
      </p:sp>
      <p:pic>
        <p:nvPicPr>
          <p:cNvPr id="15" name="Imagen 1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5A1A835-277F-6B40-5EA4-9885BCAF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96" y="916610"/>
            <a:ext cx="5087854" cy="4247317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B6F6DBF-C780-53D9-5DEB-1995E30DAB38}"/>
              </a:ext>
            </a:extLst>
          </p:cNvPr>
          <p:cNvSpPr txBox="1"/>
          <p:nvPr/>
        </p:nvSpPr>
        <p:spPr>
          <a:xfrm>
            <a:off x="8129719" y="976481"/>
            <a:ext cx="27976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{</a:t>
            </a:r>
          </a:p>
          <a:p>
            <a:r>
              <a:rPr lang="es-CO" dirty="0"/>
              <a:t>    "</a:t>
            </a:r>
            <a:r>
              <a:rPr lang="es-CO" dirty="0" err="1"/>
              <a:t>type</a:t>
            </a:r>
            <a:r>
              <a:rPr lang="es-CO" dirty="0"/>
              <a:t>": "</a:t>
            </a:r>
            <a:r>
              <a:rPr lang="es-CO" dirty="0" err="1"/>
              <a:t>object</a:t>
            </a:r>
            <a:r>
              <a:rPr lang="es-CO" dirty="0"/>
              <a:t>",</a:t>
            </a:r>
          </a:p>
          <a:p>
            <a:r>
              <a:rPr lang="es-CO" dirty="0"/>
              <a:t>    "</a:t>
            </a:r>
            <a:r>
              <a:rPr lang="es-CO" dirty="0" err="1"/>
              <a:t>properties</a:t>
            </a:r>
            <a:r>
              <a:rPr lang="es-CO" dirty="0"/>
              <a:t>": {</a:t>
            </a:r>
          </a:p>
          <a:p>
            <a:r>
              <a:rPr lang="es-CO" dirty="0"/>
              <a:t>        "</a:t>
            </a:r>
            <a:r>
              <a:rPr lang="es-CO" dirty="0" err="1"/>
              <a:t>pipelineName</a:t>
            </a:r>
            <a:r>
              <a:rPr lang="es-CO" dirty="0"/>
              <a:t>": {</a:t>
            </a:r>
          </a:p>
          <a:p>
            <a:r>
              <a:rPr lang="es-CO" dirty="0"/>
              <a:t>            "</a:t>
            </a:r>
            <a:r>
              <a:rPr lang="es-CO" dirty="0" err="1"/>
              <a:t>type</a:t>
            </a:r>
            <a:r>
              <a:rPr lang="es-CO" dirty="0"/>
              <a:t>": "</a:t>
            </a:r>
            <a:r>
              <a:rPr lang="es-CO" dirty="0" err="1"/>
              <a:t>string</a:t>
            </a:r>
            <a:r>
              <a:rPr lang="es-CO" dirty="0"/>
              <a:t>"</a:t>
            </a:r>
          </a:p>
          <a:p>
            <a:r>
              <a:rPr lang="es-CO" dirty="0"/>
              <a:t>        },</a:t>
            </a:r>
          </a:p>
          <a:p>
            <a:r>
              <a:rPr lang="es-CO" dirty="0"/>
              <a:t>        "</a:t>
            </a:r>
            <a:r>
              <a:rPr lang="es-CO" dirty="0" err="1"/>
              <a:t>runId</a:t>
            </a:r>
            <a:r>
              <a:rPr lang="es-CO" dirty="0"/>
              <a:t>": {</a:t>
            </a:r>
          </a:p>
          <a:p>
            <a:r>
              <a:rPr lang="es-CO" dirty="0"/>
              <a:t>            "</a:t>
            </a:r>
            <a:r>
              <a:rPr lang="es-CO" dirty="0" err="1"/>
              <a:t>type</a:t>
            </a:r>
            <a:r>
              <a:rPr lang="es-CO" dirty="0"/>
              <a:t>": "</a:t>
            </a:r>
            <a:r>
              <a:rPr lang="es-CO" dirty="0" err="1"/>
              <a:t>string</a:t>
            </a:r>
            <a:r>
              <a:rPr lang="es-CO" dirty="0"/>
              <a:t>"</a:t>
            </a:r>
          </a:p>
          <a:p>
            <a:r>
              <a:rPr lang="es-CO" dirty="0"/>
              <a:t>        },</a:t>
            </a:r>
          </a:p>
          <a:p>
            <a:r>
              <a:rPr lang="es-CO" dirty="0"/>
              <a:t>        "status": {</a:t>
            </a:r>
          </a:p>
          <a:p>
            <a:r>
              <a:rPr lang="es-CO" dirty="0"/>
              <a:t>            "</a:t>
            </a:r>
            <a:r>
              <a:rPr lang="es-CO" dirty="0" err="1"/>
              <a:t>type</a:t>
            </a:r>
            <a:r>
              <a:rPr lang="es-CO" dirty="0"/>
              <a:t>": "</a:t>
            </a:r>
            <a:r>
              <a:rPr lang="es-CO" dirty="0" err="1"/>
              <a:t>string</a:t>
            </a:r>
            <a:r>
              <a:rPr lang="es-CO" dirty="0"/>
              <a:t>"</a:t>
            </a:r>
          </a:p>
          <a:p>
            <a:r>
              <a:rPr lang="es-CO" dirty="0"/>
              <a:t>        }</a:t>
            </a:r>
          </a:p>
          <a:p>
            <a:r>
              <a:rPr lang="es-CO" dirty="0"/>
              <a:t>    }</a:t>
            </a:r>
          </a:p>
          <a:p>
            <a:r>
              <a:rPr lang="es-CO" dirty="0"/>
              <a:t>}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2124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A033-909D-EF73-9FB3-0468F67D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6E328A-9892-E399-C218-3CD0E6810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1AF2B735-0C04-79C8-3222-7F295474E605}"/>
              </a:ext>
            </a:extLst>
          </p:cNvPr>
          <p:cNvSpPr txBox="1">
            <a:spLocks/>
          </p:cNvSpPr>
          <p:nvPr/>
        </p:nvSpPr>
        <p:spPr>
          <a:xfrm>
            <a:off x="274052" y="290379"/>
            <a:ext cx="11466095" cy="558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5: Agregamos la acción </a:t>
            </a:r>
            <a:r>
              <a:rPr lang="es-CO" sz="2400" b="1" dirty="0" err="1"/>
              <a:t>Sql</a:t>
            </a:r>
            <a:r>
              <a:rPr lang="es-CO" sz="2400" b="1" dirty="0"/>
              <a:t> y configuramos la conexión. 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10" name="Imagen 9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F4F6CD2-2E10-AD19-9E2A-1ED498DC4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4" y="1601176"/>
            <a:ext cx="5101653" cy="2988287"/>
          </a:xfrm>
          <a:prstGeom prst="rect">
            <a:avLst/>
          </a:prstGeom>
        </p:spPr>
      </p:pic>
      <p:pic>
        <p:nvPicPr>
          <p:cNvPr id="12" name="Imagen 1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9FEDECF-1DFE-77EA-308C-608D407F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8"/>
          <a:stretch>
            <a:fillRect/>
          </a:stretch>
        </p:blipFill>
        <p:spPr>
          <a:xfrm>
            <a:off x="5302171" y="2007235"/>
            <a:ext cx="6437976" cy="2176167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A5BB6862-3236-F1D5-8139-6AC92CC2C680}"/>
              </a:ext>
            </a:extLst>
          </p:cNvPr>
          <p:cNvSpPr/>
          <p:nvPr/>
        </p:nvSpPr>
        <p:spPr>
          <a:xfrm>
            <a:off x="831850" y="2817234"/>
            <a:ext cx="539750" cy="611765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946BE6-08FE-0A8B-2517-778AB87A4A21}"/>
              </a:ext>
            </a:extLst>
          </p:cNvPr>
          <p:cNvSpPr/>
          <p:nvPr/>
        </p:nvSpPr>
        <p:spPr>
          <a:xfrm>
            <a:off x="755650" y="4033292"/>
            <a:ext cx="2368550" cy="611765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7492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EBDD-9AC5-A084-27F1-426B50D0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9C9BB1D-25FA-D431-0908-88861761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53" y="769583"/>
            <a:ext cx="4761268" cy="2088391"/>
          </a:xfrm>
          <a:prstGeom prst="rect">
            <a:avLst/>
          </a:prstGeom>
        </p:spPr>
      </p:pic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1D44FDE-28F2-DFFA-8C38-F94C30B9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4" y="2857974"/>
            <a:ext cx="3547754" cy="3090920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67B15770-B047-02C2-204E-C5BF3DE1AF2D}"/>
              </a:ext>
            </a:extLst>
          </p:cNvPr>
          <p:cNvSpPr txBox="1">
            <a:spLocks/>
          </p:cNvSpPr>
          <p:nvPr/>
        </p:nvSpPr>
        <p:spPr>
          <a:xfrm>
            <a:off x="274052" y="290379"/>
            <a:ext cx="11466095" cy="558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6: Agregamos la acción redactar para guardar el resultado de la consulta </a:t>
            </a:r>
            <a:r>
              <a:rPr lang="es-CO" sz="2400" b="1" dirty="0" err="1"/>
              <a:t>Sql</a:t>
            </a:r>
            <a:r>
              <a:rPr lang="es-CO" sz="2400" b="1" dirty="0"/>
              <a:t>. 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8" name="Imagen 7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541CA03-DC5E-736A-A7B5-98E922181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757" y="849086"/>
            <a:ext cx="6401935" cy="297192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018496D-193D-9290-C1B1-8B6EB5EBE288}"/>
              </a:ext>
            </a:extLst>
          </p:cNvPr>
          <p:cNvSpPr/>
          <p:nvPr/>
        </p:nvSpPr>
        <p:spPr>
          <a:xfrm>
            <a:off x="3516088" y="2002970"/>
            <a:ext cx="631372" cy="576000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783589-F66B-FDD6-48C5-5E839536FEB3}"/>
              </a:ext>
            </a:extLst>
          </p:cNvPr>
          <p:cNvSpPr/>
          <p:nvPr/>
        </p:nvSpPr>
        <p:spPr>
          <a:xfrm>
            <a:off x="783772" y="5268686"/>
            <a:ext cx="979713" cy="347400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EB75C0-58BF-60A3-6D9B-192B9C422DFC}"/>
              </a:ext>
            </a:extLst>
          </p:cNvPr>
          <p:cNvSpPr/>
          <p:nvPr/>
        </p:nvSpPr>
        <p:spPr>
          <a:xfrm>
            <a:off x="9383487" y="3537857"/>
            <a:ext cx="1099455" cy="272272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2DAFBBB-2538-30A7-9F10-D5D23664B643}"/>
              </a:ext>
            </a:extLst>
          </p:cNvPr>
          <p:cNvSpPr/>
          <p:nvPr/>
        </p:nvSpPr>
        <p:spPr>
          <a:xfrm>
            <a:off x="685802" y="1244210"/>
            <a:ext cx="828000" cy="272272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9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4EFB-2931-F5C9-46D6-527DDFA2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9B2EC7EA-56C9-3437-F3C4-41B88FCD9C72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7: Agregamos la acción “crear tabla </a:t>
            </a:r>
            <a:r>
              <a:rPr lang="es-CO" sz="2400" b="1" dirty="0" err="1"/>
              <a:t>csv</a:t>
            </a:r>
            <a:r>
              <a:rPr lang="es-CO" sz="2400" b="1" dirty="0"/>
              <a:t>” y seleccionamos la salida de la acción redactar del paso anterior. 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4" name="Imagen 3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576A8256-6599-E576-C937-B98F3A7D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340" y="849086"/>
            <a:ext cx="6115716" cy="2499367"/>
          </a:xfrm>
          <a:prstGeom prst="rect">
            <a:avLst/>
          </a:prstGeom>
        </p:spPr>
      </p:pic>
      <p:pic>
        <p:nvPicPr>
          <p:cNvPr id="5" name="Imagen 4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FBAFE54B-AF27-735B-4D3C-1E592CD90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53" y="813127"/>
            <a:ext cx="4761268" cy="2088391"/>
          </a:xfrm>
          <a:prstGeom prst="rect">
            <a:avLst/>
          </a:prstGeom>
        </p:spPr>
      </p:pic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11E165C-1883-BCA4-D20E-6D5E2EBF9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44" y="2814431"/>
            <a:ext cx="3547754" cy="309092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A56D3B7-F848-1578-DFEF-507B86A937D0}"/>
              </a:ext>
            </a:extLst>
          </p:cNvPr>
          <p:cNvSpPr/>
          <p:nvPr/>
        </p:nvSpPr>
        <p:spPr>
          <a:xfrm>
            <a:off x="3516088" y="2035627"/>
            <a:ext cx="631372" cy="576000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EDF5B4-6467-CA65-AC50-5B036F7429E1}"/>
              </a:ext>
            </a:extLst>
          </p:cNvPr>
          <p:cNvSpPr/>
          <p:nvPr/>
        </p:nvSpPr>
        <p:spPr>
          <a:xfrm>
            <a:off x="783772" y="4332513"/>
            <a:ext cx="979713" cy="347400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2E1E5D9-06D7-BD23-0E7E-D0BBFB2502B2}"/>
              </a:ext>
            </a:extLst>
          </p:cNvPr>
          <p:cNvSpPr/>
          <p:nvPr/>
        </p:nvSpPr>
        <p:spPr>
          <a:xfrm>
            <a:off x="685802" y="1276869"/>
            <a:ext cx="828000" cy="272272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DAE0AA5-3326-9091-3D2D-859610E7EFD6}"/>
              </a:ext>
            </a:extLst>
          </p:cNvPr>
          <p:cNvSpPr/>
          <p:nvPr/>
        </p:nvSpPr>
        <p:spPr>
          <a:xfrm>
            <a:off x="9274631" y="3054409"/>
            <a:ext cx="684000" cy="272272"/>
          </a:xfrm>
          <a:prstGeom prst="rect">
            <a:avLst/>
          </a:prstGeom>
          <a:noFill/>
          <a:ln w="28575">
            <a:solidFill>
              <a:srgbClr val="95339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2560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4065-FFCC-E11B-AAD3-D1D5185B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F82BF0-92C2-2A28-6C8C-D509F4B6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932412A-677A-560A-D40F-FFAB86E5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440" y="963692"/>
            <a:ext cx="5128989" cy="1815105"/>
          </a:xfrm>
          <a:prstGeom prst="rect">
            <a:avLst/>
          </a:prstGeom>
        </p:spPr>
      </p:pic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F95FE66-4045-9D84-A1DB-6E6A6148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52" y="963692"/>
            <a:ext cx="4578178" cy="4108451"/>
          </a:xfrm>
          <a:prstGeom prst="rect">
            <a:avLst/>
          </a:prstGeom>
        </p:spPr>
      </p:pic>
      <p:pic>
        <p:nvPicPr>
          <p:cNvPr id="8" name="Imagen 7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B5E8927-0D98-F66B-E834-069D39576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440" y="3017917"/>
            <a:ext cx="6535062" cy="2010056"/>
          </a:xfrm>
          <a:prstGeom prst="rect">
            <a:avLst/>
          </a:prstGeom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A32D943F-6E3E-4D70-B02D-7D76CAE0A9CC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8: Agregamos la acción de </a:t>
            </a:r>
            <a:r>
              <a:rPr lang="es-CO" sz="2400" b="1" dirty="0" err="1"/>
              <a:t>onedrive</a:t>
            </a:r>
            <a:r>
              <a:rPr lang="es-CO" sz="2400" b="1" dirty="0"/>
              <a:t> “crear archivo” y configuramos los campos como se muestra en la imagen.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462620F-8488-614E-8FC5-FCFDA059F72A}"/>
              </a:ext>
            </a:extLst>
          </p:cNvPr>
          <p:cNvSpPr txBox="1"/>
          <p:nvPr/>
        </p:nvSpPr>
        <p:spPr>
          <a:xfrm>
            <a:off x="5186972" y="5212663"/>
            <a:ext cx="616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*El nombre del archivo debe ir con la extensión .</a:t>
            </a:r>
            <a:r>
              <a:rPr lang="es-CO" dirty="0" err="1"/>
              <a:t>csv</a:t>
            </a:r>
            <a:r>
              <a:rPr lang="es-CO" dirty="0"/>
              <a:t>.</a:t>
            </a:r>
          </a:p>
          <a:p>
            <a:r>
              <a:rPr lang="es-CO" dirty="0"/>
              <a:t>*El contenido del archivo es la salida del paso anterior “crear tabla </a:t>
            </a:r>
            <a:r>
              <a:rPr lang="es-CO" dirty="0" err="1"/>
              <a:t>csv</a:t>
            </a:r>
            <a:r>
              <a:rPr lang="es-CO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609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EA7C-CAAB-F906-08A2-95D1122E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D4B559-B460-2EA3-5F40-0417E3F0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pic>
        <p:nvPicPr>
          <p:cNvPr id="6" name="Imagen 5" descr="Interfaz de usuario gráfica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71BDEF6-B855-4503-1224-D15EA733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64" y="975878"/>
            <a:ext cx="4208403" cy="4906243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1D0413BB-F39D-A6A4-FDEF-5FB5E0E356DC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Paso 9: Agregamos la acción de </a:t>
            </a:r>
            <a:r>
              <a:rPr lang="es-CO" sz="2400" b="1" dirty="0" err="1"/>
              <a:t>outlook</a:t>
            </a:r>
            <a:r>
              <a:rPr lang="es-CO" sz="2400" b="1" dirty="0"/>
              <a:t> “enviar correo electrónico (v2)”.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9" name="Imagen 8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1025BE6-7D22-2CE5-300A-5ED3F951B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913" y="975878"/>
            <a:ext cx="4509375" cy="395459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CCAC1A9-B5CC-E34E-8191-E537EF7FCE6F}"/>
              </a:ext>
            </a:extLst>
          </p:cNvPr>
          <p:cNvSpPr txBox="1"/>
          <p:nvPr/>
        </p:nvSpPr>
        <p:spPr>
          <a:xfrm>
            <a:off x="6089650" y="5128819"/>
            <a:ext cx="5046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*En el cuerpo se incluye la tabla</a:t>
            </a:r>
          </a:p>
          <a:p>
            <a:r>
              <a:rPr lang="es-CO" dirty="0"/>
              <a:t>*Se incluye la </a:t>
            </a:r>
            <a:r>
              <a:rPr lang="es-CO" dirty="0" err="1"/>
              <a:t>url</a:t>
            </a:r>
            <a:r>
              <a:rPr lang="es-CO" dirty="0"/>
              <a:t> de la carpeta de </a:t>
            </a:r>
            <a:r>
              <a:rPr lang="es-CO" dirty="0" err="1"/>
              <a:t>one</a:t>
            </a:r>
            <a:r>
              <a:rPr lang="es-CO" dirty="0"/>
              <a:t> drive como enlace.</a:t>
            </a:r>
          </a:p>
        </p:txBody>
      </p:sp>
    </p:spTree>
    <p:extLst>
      <p:ext uri="{BB962C8B-B14F-4D97-AF65-F5344CB8AC3E}">
        <p14:creationId xmlns:p14="http://schemas.microsoft.com/office/powerpoint/2010/main" val="305581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AA21-C0E8-00C3-5646-46C0F86A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1CFAF1-64FE-4BD3-95E0-9AD4527F3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4ACFBD-BF9C-3CA6-E039-EBECCA5A0E9A}"/>
              </a:ext>
            </a:extLst>
          </p:cNvPr>
          <p:cNvSpPr txBox="1"/>
          <p:nvPr/>
        </p:nvSpPr>
        <p:spPr>
          <a:xfrm>
            <a:off x="450849" y="707962"/>
            <a:ext cx="4904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Ingresas a la página:  </a:t>
            </a:r>
            <a:r>
              <a:rPr lang="es-CO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https://divtable.com/table-styler/</a:t>
            </a:r>
            <a:endParaRPr lang="es-CO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86345648-A9D8-ED53-4E25-22CD279218CB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Plus: Si quieres enviar la tabla en el cuerpo de correo con formato.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17CB39F-E443-3152-1263-AE4A7B5E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52" y="1500648"/>
            <a:ext cx="6254416" cy="24726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2EBB7ED-2C2C-93F6-15E6-8F65FCED7F3C}"/>
              </a:ext>
            </a:extLst>
          </p:cNvPr>
          <p:cNvSpPr txBox="1"/>
          <p:nvPr/>
        </p:nvSpPr>
        <p:spPr>
          <a:xfrm>
            <a:off x="393795" y="1174858"/>
            <a:ext cx="5549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esta sección configuras el estilo de la tabla.</a:t>
            </a:r>
          </a:p>
        </p:txBody>
      </p:sp>
      <p:pic>
        <p:nvPicPr>
          <p:cNvPr id="10" name="Imagen 9" descr="Texto, Pizarra&#10;&#10;El contenido generado por IA puede ser incorrecto.">
            <a:extLst>
              <a:ext uri="{FF2B5EF4-FFF2-40B4-BE49-F238E27FC236}">
                <a16:creationId xmlns:a16="http://schemas.microsoft.com/office/drawing/2014/main" id="{7BF7F575-DC25-BECC-72F1-8418D1348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96" y="4433939"/>
            <a:ext cx="5985234" cy="153178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08B3EA4-7200-1DFD-D56E-6DFD74D9BC99}"/>
              </a:ext>
            </a:extLst>
          </p:cNvPr>
          <p:cNvSpPr txBox="1"/>
          <p:nvPr/>
        </p:nvSpPr>
        <p:spPr>
          <a:xfrm>
            <a:off x="393795" y="4002417"/>
            <a:ext cx="860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la parte superior se va visualizando el resultado de la tabla.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B929A9-C3E1-E000-F79B-41E583EF21C0}"/>
              </a:ext>
            </a:extLst>
          </p:cNvPr>
          <p:cNvSpPr txBox="1"/>
          <p:nvPr/>
        </p:nvSpPr>
        <p:spPr>
          <a:xfrm>
            <a:off x="6718395" y="1112668"/>
            <a:ext cx="5549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Copiamos el código CSS en un bloc de notas.</a:t>
            </a:r>
          </a:p>
        </p:txBody>
      </p:sp>
      <p:pic>
        <p:nvPicPr>
          <p:cNvPr id="18" name="Imagen 1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C11D0BE-3BDA-72E9-6526-0F0438B16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95" y="1544190"/>
            <a:ext cx="5241411" cy="42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9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EE2D-74EE-A2BE-0401-671BB923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4C3CAB-09F8-CFB1-05B2-E560336FA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1E77F6-5F83-8FFC-AB98-EFEBE135B8A2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Plus: Si quieres enviar la tabla en el cuerpo de correo con formato.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DAA53F9-BC8E-0817-A624-7D2718F4DBB5}"/>
              </a:ext>
            </a:extLst>
          </p:cNvPr>
          <p:cNvSpPr txBox="1"/>
          <p:nvPr/>
        </p:nvSpPr>
        <p:spPr>
          <a:xfrm>
            <a:off x="274052" y="725364"/>
            <a:ext cx="1188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el bloc de notas, en las partes donde aparece el nombre de la tabla, lo eliminamos incluyendo el punto que lo antecede. EJ: ( .</a:t>
            </a:r>
            <a:r>
              <a:rPr lang="es-CO" dirty="0" err="1"/>
              <a:t>Tablaprueba</a:t>
            </a:r>
            <a:r>
              <a:rPr lang="es-CO" dirty="0"/>
              <a:t>)</a:t>
            </a:r>
          </a:p>
        </p:txBody>
      </p:sp>
      <p:pic>
        <p:nvPicPr>
          <p:cNvPr id="18" name="Imagen 17" descr="Texto&#10;&#10;El contenido generado por IA puede ser incorrecto.">
            <a:extLst>
              <a:ext uri="{FF2B5EF4-FFF2-40B4-BE49-F238E27FC236}">
                <a16:creationId xmlns:a16="http://schemas.microsoft.com/office/drawing/2014/main" id="{BBB489B9-D10C-C749-0B17-402A65D1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22" y="1347634"/>
            <a:ext cx="5299434" cy="4433479"/>
          </a:xfrm>
          <a:prstGeom prst="rect">
            <a:avLst/>
          </a:prstGeom>
        </p:spPr>
      </p:pic>
      <p:pic>
        <p:nvPicPr>
          <p:cNvPr id="20" name="Imagen 19" descr="Texto&#10;&#10;El contenido generado por IA puede ser incorrecto.">
            <a:extLst>
              <a:ext uri="{FF2B5EF4-FFF2-40B4-BE49-F238E27FC236}">
                <a16:creationId xmlns:a16="http://schemas.microsoft.com/office/drawing/2014/main" id="{2D0F28B3-9F78-8282-5687-E6699451C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87" y="1347634"/>
            <a:ext cx="5245317" cy="443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2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BA53-5EA7-B41D-F909-04DA9205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7EEFC8-4E11-1EE4-5223-A6612D7EE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PD: el dinero nunca deja de rentar</a:t>
            </a: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36E93EF-0A3E-C73E-61FB-F3511203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88" y="1201100"/>
            <a:ext cx="3930852" cy="1435174"/>
          </a:xfrm>
          <a:prstGeom prst="rect">
            <a:avLst/>
          </a:prstGeom>
        </p:spPr>
      </p:pic>
      <p:pic>
        <p:nvPicPr>
          <p:cNvPr id="9" name="Imagen 8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FE0DD54-8B94-DF2B-A162-9DC6EDC6E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547" y="1063569"/>
            <a:ext cx="3238139" cy="4067463"/>
          </a:xfrm>
          <a:prstGeom prst="rect">
            <a:avLst/>
          </a:prstGeom>
        </p:spPr>
      </p:pic>
      <p:pic>
        <p:nvPicPr>
          <p:cNvPr id="11" name="Imagen 10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6F6EE20-E57A-30F5-5D43-C9C50009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547" y="4766168"/>
            <a:ext cx="3151053" cy="1133874"/>
          </a:xfrm>
          <a:prstGeom prst="rect">
            <a:avLst/>
          </a:prstGeom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D7E05EE4-BD2A-B9C9-3C57-F9519A01A612}"/>
              </a:ext>
            </a:extLst>
          </p:cNvPr>
          <p:cNvSpPr txBox="1">
            <a:spLocks/>
          </p:cNvSpPr>
          <p:nvPr/>
        </p:nvSpPr>
        <p:spPr>
          <a:xfrm>
            <a:off x="274052" y="105319"/>
            <a:ext cx="11466095" cy="704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2294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O" sz="2400" b="1" dirty="0"/>
              <a:t>Plus: Si quieres enviar la tabla en el cuerpo de correo con formato.</a:t>
            </a:r>
            <a:endParaRPr lang="es-CO" sz="240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2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AE86CF-A573-D321-CFFD-A5155B03B484}"/>
              </a:ext>
            </a:extLst>
          </p:cNvPr>
          <p:cNvSpPr txBox="1"/>
          <p:nvPr/>
        </p:nvSpPr>
        <p:spPr>
          <a:xfrm>
            <a:off x="274052" y="725364"/>
            <a:ext cx="1188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En la acción redactar colocamos el código CSS que ajustamos en el bloc de notas con la estructura que aparece en la imagen.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D263CF-95CD-6A9B-A2B1-D56A25F5DEAD}"/>
              </a:ext>
            </a:extLst>
          </p:cNvPr>
          <p:cNvSpPr txBox="1"/>
          <p:nvPr/>
        </p:nvSpPr>
        <p:spPr>
          <a:xfrm>
            <a:off x="1071688" y="2967335"/>
            <a:ext cx="36567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Estructura:</a:t>
            </a:r>
          </a:p>
          <a:p>
            <a:endParaRPr lang="es-CO" dirty="0"/>
          </a:p>
          <a:p>
            <a:r>
              <a:rPr lang="es-CO" dirty="0"/>
              <a:t>&lt;</a:t>
            </a:r>
            <a:r>
              <a:rPr lang="es-CO" dirty="0" err="1"/>
              <a:t>style</a:t>
            </a:r>
            <a:r>
              <a:rPr lang="es-CO" dirty="0"/>
              <a:t>&gt;</a:t>
            </a:r>
          </a:p>
          <a:p>
            <a:endParaRPr lang="es-CO" dirty="0"/>
          </a:p>
          <a:p>
            <a:r>
              <a:rPr lang="es-CO" dirty="0"/>
              <a:t>Código ajustado</a:t>
            </a:r>
          </a:p>
          <a:p>
            <a:endParaRPr lang="es-CO" dirty="0"/>
          </a:p>
          <a:p>
            <a:r>
              <a:rPr lang="es-CO" dirty="0"/>
              <a:t>&lt;/</a:t>
            </a:r>
            <a:r>
              <a:rPr lang="es-CO" dirty="0" err="1"/>
              <a:t>style</a:t>
            </a:r>
            <a:r>
              <a:rPr lang="es-CO" dirty="0"/>
              <a:t>&gt;</a:t>
            </a:r>
          </a:p>
          <a:p>
            <a:endParaRPr lang="es-CO" dirty="0"/>
          </a:p>
          <a:p>
            <a:r>
              <a:rPr lang="es-CO" dirty="0"/>
              <a:t>Salida de la acción “crear tabla </a:t>
            </a:r>
            <a:r>
              <a:rPr lang="es-CO" dirty="0" err="1"/>
              <a:t>csv</a:t>
            </a:r>
            <a:r>
              <a:rPr lang="es-CO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134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53A3-B75D-879B-778A-5CEE7C93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23E37D8-DA8D-900F-91D0-748E5BF7D0BF}"/>
              </a:ext>
            </a:extLst>
          </p:cNvPr>
          <p:cNvSpPr txBox="1">
            <a:spLocks/>
          </p:cNvSpPr>
          <p:nvPr/>
        </p:nvSpPr>
        <p:spPr>
          <a:xfrm>
            <a:off x="1182000" y="1576251"/>
            <a:ext cx="2385928" cy="5232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2800" dirty="0">
                <a:solidFill>
                  <a:srgbClr val="322944"/>
                </a:solidFill>
              </a:rPr>
              <a:t>Regístrate</a:t>
            </a:r>
          </a:p>
        </p:txBody>
      </p:sp>
      <p:sp>
        <p:nvSpPr>
          <p:cNvPr id="3" name="CuadroTexto 2">
            <a:hlinkClick r:id="rId3"/>
            <a:extLst>
              <a:ext uri="{FF2B5EF4-FFF2-40B4-BE49-F238E27FC236}">
                <a16:creationId xmlns:a16="http://schemas.microsoft.com/office/drawing/2014/main" id="{DAAFCC3D-26DF-A988-0F23-BE784822845C}"/>
              </a:ext>
            </a:extLst>
          </p:cNvPr>
          <p:cNvSpPr txBox="1"/>
          <p:nvPr/>
        </p:nvSpPr>
        <p:spPr>
          <a:xfrm>
            <a:off x="507123" y="5600319"/>
            <a:ext cx="111777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dirty="0">
                <a:solidFill>
                  <a:srgbClr val="32294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https://www.powerplatformbootcamp.com/2026/location-detail/?id=204afdc1-9ec1-f011-aa43-000d3af39bfd&amp;city=Cali</a:t>
            </a:r>
            <a:endParaRPr lang="es-CO" sz="1600" dirty="0">
              <a:solidFill>
                <a:srgbClr val="322944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A351709-BF16-0619-3DE4-B5288D1E0109}"/>
              </a:ext>
            </a:extLst>
          </p:cNvPr>
          <p:cNvGrpSpPr>
            <a:grpSpLocks noChangeAspect="1"/>
          </p:cNvGrpSpPr>
          <p:nvPr/>
        </p:nvGrpSpPr>
        <p:grpSpPr>
          <a:xfrm>
            <a:off x="1182000" y="2255758"/>
            <a:ext cx="9828000" cy="3315166"/>
            <a:chOff x="990139" y="2059589"/>
            <a:chExt cx="10488053" cy="353374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7E5D7C6-C1B9-7558-AB95-80C76852F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t="16220" b="23999"/>
            <a:stretch>
              <a:fillRect/>
            </a:stretch>
          </p:blipFill>
          <p:spPr>
            <a:xfrm>
              <a:off x="990139" y="2059589"/>
              <a:ext cx="8602379" cy="3533740"/>
            </a:xfrm>
            <a:prstGeom prst="roundRect">
              <a:avLst>
                <a:gd name="adj" fmla="val 7869"/>
              </a:avLst>
            </a:prstGeom>
          </p:spPr>
        </p:pic>
        <p:pic>
          <p:nvPicPr>
            <p:cNvPr id="7" name="Imagen 6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14E9C84D-9499-F512-E030-8387EAECC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8192" y="2114453"/>
              <a:ext cx="3420000" cy="3420000"/>
            </a:xfrm>
            <a:prstGeom prst="roundRect">
              <a:avLst>
                <a:gd name="adj" fmla="val 6450"/>
              </a:avLst>
            </a:prstGeom>
          </p:spPr>
        </p:pic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C685D258-6319-E48D-AE9B-AE0B0C8A20D6}"/>
              </a:ext>
            </a:extLst>
          </p:cNvPr>
          <p:cNvSpPr txBox="1"/>
          <p:nvPr/>
        </p:nvSpPr>
        <p:spPr>
          <a:xfrm>
            <a:off x="4563136" y="1570499"/>
            <a:ext cx="3934872" cy="480131"/>
          </a:xfrm>
          <a:prstGeom prst="rect">
            <a:avLst/>
          </a:prstGeom>
        </p:spPr>
        <p:txBody>
          <a:bodyPr/>
          <a:lstStyle>
            <a:defPPr>
              <a:defRPr lang="es-CO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rgbClr val="95339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rgbClr val="322944"/>
                </a:solidFill>
              </a:rPr>
              <a:t>Descarga el material gratis</a:t>
            </a:r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130F553-2849-E9DB-DA84-D78FE28F2BEF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33053" y="2573142"/>
            <a:ext cx="2161742" cy="1077920"/>
          </a:xfrm>
          <a:prstGeom prst="bentConnector3">
            <a:avLst>
              <a:gd name="adj1" fmla="val 100507"/>
            </a:avLst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DE13096-DE28-B1A4-76B6-A447F3F37460}"/>
              </a:ext>
            </a:extLst>
          </p:cNvPr>
          <p:cNvCxnSpPr/>
          <p:nvPr/>
        </p:nvCxnSpPr>
        <p:spPr>
          <a:xfrm>
            <a:off x="6418757" y="1976639"/>
            <a:ext cx="0" cy="1980000"/>
          </a:xfrm>
          <a:prstGeom prst="line">
            <a:avLst/>
          </a:prstGeom>
          <a:ln w="76200">
            <a:solidFill>
              <a:srgbClr val="EA076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0BA4ACC3-C414-1899-C142-ADA6E3F013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18" t="10796" b="-1"/>
          <a:stretch>
            <a:fillRect/>
          </a:stretch>
        </p:blipFill>
        <p:spPr>
          <a:xfrm>
            <a:off x="3576755" y="4055644"/>
            <a:ext cx="1116000" cy="262030"/>
          </a:xfrm>
          <a:prstGeom prst="roundRect">
            <a:avLst>
              <a:gd name="adj" fmla="val 50000"/>
            </a:avLst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129AEBC-4F8E-2631-8E64-47FE719C0A4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55" t="3883" r="2558" b="-2"/>
          <a:stretch>
            <a:fillRect/>
          </a:stretch>
        </p:blipFill>
        <p:spPr>
          <a:xfrm>
            <a:off x="6058757" y="4052510"/>
            <a:ext cx="720000" cy="283045"/>
          </a:xfrm>
          <a:prstGeom prst="roundRect">
            <a:avLst>
              <a:gd name="adj" fmla="val 5000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96470-EED1-76D9-E638-262B7A247347}"/>
              </a:ext>
            </a:extLst>
          </p:cNvPr>
          <p:cNvSpPr txBox="1">
            <a:spLocks/>
          </p:cNvSpPr>
          <p:nvPr/>
        </p:nvSpPr>
        <p:spPr>
          <a:xfrm>
            <a:off x="0" y="190195"/>
            <a:ext cx="12192001" cy="12091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dirty="0">
                <a:solidFill>
                  <a:srgbClr val="953395"/>
                </a:solidFill>
              </a:rPr>
              <a:t>¡Gracias por tu asistencia!</a:t>
            </a:r>
          </a:p>
          <a:p>
            <a:pPr algn="ctr"/>
            <a:r>
              <a:rPr lang="es-CO" sz="3600" dirty="0">
                <a:solidFill>
                  <a:srgbClr val="953395"/>
                </a:solidFill>
              </a:rPr>
              <a:t>No olvides registrarte y descargar el material gratuitamente</a:t>
            </a:r>
          </a:p>
        </p:txBody>
      </p:sp>
    </p:spTree>
    <p:extLst>
      <p:ext uri="{BB962C8B-B14F-4D97-AF65-F5344CB8AC3E}">
        <p14:creationId xmlns:p14="http://schemas.microsoft.com/office/powerpoint/2010/main" val="1796702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obal Power Platform">
      <a:majorFont>
        <a:latin typeface="Oswald"/>
        <a:ea typeface=""/>
        <a:cs typeface=""/>
      </a:majorFont>
      <a:minorFont>
        <a:latin typeface="Oswa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3dc2d4-9990-48de-9593-97e4a854a45f">
      <Terms xmlns="http://schemas.microsoft.com/office/infopath/2007/PartnerControls"/>
    </lcf76f155ced4ddcb4097134ff3c332f>
    <TaxCatchAll xmlns="563ab91c-d08d-4c33-9871-4cc4e409eaf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0FF3EF90365045B0C765F32BE82F47" ma:contentTypeVersion="13" ma:contentTypeDescription="Crear nuevo documento." ma:contentTypeScope="" ma:versionID="ff6d07b46bee36d50fb51a4d27c9da50">
  <xsd:schema xmlns:xsd="http://www.w3.org/2001/XMLSchema" xmlns:xs="http://www.w3.org/2001/XMLSchema" xmlns:p="http://schemas.microsoft.com/office/2006/metadata/properties" xmlns:ns2="863dc2d4-9990-48de-9593-97e4a854a45f" xmlns:ns3="563ab91c-d08d-4c33-9871-4cc4e409eafa" targetNamespace="http://schemas.microsoft.com/office/2006/metadata/properties" ma:root="true" ma:fieldsID="da13a3cb0be8a7b400e6630cee027f14" ns2:_="" ns3:_="">
    <xsd:import namespace="863dc2d4-9990-48de-9593-97e4a854a45f"/>
    <xsd:import namespace="563ab91c-d08d-4c33-9871-4cc4e409ea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dc2d4-9990-48de-9593-97e4a854a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ca3e406-81ba-4efa-b23b-ea891bb11d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ab91c-d08d-4c33-9871-4cc4e409eaf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624c55-55c1-45a0-a895-093290f10ed4}" ma:internalName="TaxCatchAll" ma:showField="CatchAllData" ma:web="563ab91c-d08d-4c33-9871-4cc4e409ea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D01A0D-88BE-4FA6-8586-487149ED62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9D9475-1AE1-45C8-B1D4-023D14BDD6BB}">
  <ds:schemaRefs>
    <ds:schemaRef ds:uri="http://schemas.microsoft.com/office/2006/metadata/properties"/>
    <ds:schemaRef ds:uri="http://schemas.microsoft.com/office/infopath/2007/PartnerControls"/>
    <ds:schemaRef ds:uri="863dc2d4-9990-48de-9593-97e4a854a45f"/>
    <ds:schemaRef ds:uri="563ab91c-d08d-4c33-9871-4cc4e409eafa"/>
  </ds:schemaRefs>
</ds:datastoreItem>
</file>

<file path=customXml/itemProps3.xml><?xml version="1.0" encoding="utf-8"?>
<ds:datastoreItem xmlns:ds="http://schemas.openxmlformats.org/officeDocument/2006/customXml" ds:itemID="{BC99F560-31B9-4CB3-B2B2-BEB607EC3973}"/>
</file>

<file path=docProps/app.xml><?xml version="1.0" encoding="utf-8"?>
<Properties xmlns="http://schemas.openxmlformats.org/officeDocument/2006/extended-properties" xmlns:vt="http://schemas.openxmlformats.org/officeDocument/2006/docPropsVTypes">
  <TotalTime>2126</TotalTime>
  <Words>830</Words>
  <Application>Microsoft Office PowerPoint</Application>
  <PresentationFormat>Panorámica</PresentationFormat>
  <Paragraphs>94</Paragraphs>
  <Slides>21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Arial</vt:lpstr>
      <vt:lpstr>Calibri</vt:lpstr>
      <vt:lpstr>Century Gothic</vt:lpstr>
      <vt:lpstr>Oswald</vt:lpstr>
      <vt:lpstr>Proxima Nova</vt:lpstr>
      <vt:lpstr>Wingdings</vt:lpstr>
      <vt:lpstr>Tema de Office</vt:lpstr>
      <vt:lpstr>Presentación de PowerPoint</vt:lpstr>
      <vt:lpstr>Presentación de PowerPoint</vt:lpstr>
      <vt:lpstr>Presentación de PowerPoint</vt:lpstr>
      <vt:lpstr>Agenda</vt:lpstr>
      <vt:lpstr>Presentación de PowerPoint</vt:lpstr>
      <vt:lpstr>Contexto</vt:lpstr>
      <vt:lpstr>El workflow propuesto, implica crear en azure una canalización con el conector web para luego crear flujo automático que se desencadena, una vez recibe la solicitud html. </vt:lpstr>
      <vt:lpstr>2) Solución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Álvaro Ignacio Rodríguez Lasso</dc:creator>
  <cp:lastModifiedBy>Cristhian Paul Benitez Torres</cp:lastModifiedBy>
  <cp:revision>108</cp:revision>
  <dcterms:created xsi:type="dcterms:W3CDTF">2023-06-14T01:28:16Z</dcterms:created>
  <dcterms:modified xsi:type="dcterms:W3CDTF">2026-02-18T22:27:01Z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0x010100850FF3EF90365045B0C765F32BE82F47</vt:lpwstr>
  </property>
  <property fmtid="{D5CDD505-2E9C-101B-9397-08002B2CF9AE}" pid="3" name="MediaServiceImageTags">
    <vt:lpwstr/>
  </property>
</Properties>
</file>