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271" r:id="rId5"/>
    <p:sldId id="264" r:id="rId6"/>
    <p:sldId id="2595" r:id="rId7"/>
    <p:sldId id="257" r:id="rId8"/>
    <p:sldId id="272" r:id="rId9"/>
    <p:sldId id="2597" r:id="rId10"/>
    <p:sldId id="2598" r:id="rId11"/>
    <p:sldId id="2608" r:id="rId12"/>
    <p:sldId id="262" r:id="rId13"/>
    <p:sldId id="2599" r:id="rId14"/>
    <p:sldId id="2600" r:id="rId15"/>
    <p:sldId id="2605" r:id="rId16"/>
    <p:sldId id="2606" r:id="rId17"/>
    <p:sldId id="2604" r:id="rId18"/>
    <p:sldId id="2603" r:id="rId19"/>
    <p:sldId id="2602" r:id="rId20"/>
    <p:sldId id="2601" r:id="rId21"/>
    <p:sldId id="2607" r:id="rId22"/>
    <p:sldId id="2596" r:id="rId2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2944"/>
    <a:srgbClr val="EA0763"/>
    <a:srgbClr val="742575"/>
    <a:srgbClr val="D482D4"/>
    <a:srgbClr val="953395"/>
    <a:srgbClr val="5C5CEE"/>
    <a:srgbClr val="8D2C85"/>
    <a:srgbClr val="FFFFFF"/>
    <a:srgbClr val="009999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7E855C-E00F-48F2-BBFE-4649A43B6E9B}" v="176" dt="2026-01-20T13:53:12.4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Álvaro Ignacio Rodríguez Lasso" userId="65b0b07f-1772-468d-8d14-6914a13dde51" providerId="ADAL" clId="{72A4814C-C75B-46FD-9B11-CC6DEAC413D1}"/>
    <pc:docChg chg="undo redo custSel addSld delSld modSld modMainMaster">
      <pc:chgData name="Álvaro Ignacio Rodríguez Lasso" userId="65b0b07f-1772-468d-8d14-6914a13dde51" providerId="ADAL" clId="{72A4814C-C75B-46FD-9B11-CC6DEAC413D1}" dt="2026-01-20T13:54:25.141" v="1653" actId="1035"/>
      <pc:docMkLst>
        <pc:docMk/>
      </pc:docMkLst>
      <pc:sldChg chg="modSp mod">
        <pc:chgData name="Álvaro Ignacio Rodríguez Lasso" userId="65b0b07f-1772-468d-8d14-6914a13dde51" providerId="ADAL" clId="{72A4814C-C75B-46FD-9B11-CC6DEAC413D1}" dt="2026-01-20T13:52:07.125" v="1643" actId="20577"/>
        <pc:sldMkLst>
          <pc:docMk/>
          <pc:sldMk cId="3432229184" sldId="257"/>
        </pc:sldMkLst>
        <pc:spChg chg="mod">
          <ac:chgData name="Álvaro Ignacio Rodríguez Lasso" userId="65b0b07f-1772-468d-8d14-6914a13dde51" providerId="ADAL" clId="{72A4814C-C75B-46FD-9B11-CC6DEAC413D1}" dt="2026-01-20T13:52:07.125" v="1643" actId="20577"/>
          <ac:spMkLst>
            <pc:docMk/>
            <pc:sldMk cId="3432229184" sldId="257"/>
            <ac:spMk id="3" creationId="{D570F8DF-A5A7-CDDC-1FD8-8080F70139ED}"/>
          </ac:spMkLst>
        </pc:spChg>
      </pc:sldChg>
      <pc:sldChg chg="addSp delSp modSp mod">
        <pc:chgData name="Álvaro Ignacio Rodríguez Lasso" userId="65b0b07f-1772-468d-8d14-6914a13dde51" providerId="ADAL" clId="{72A4814C-C75B-46FD-9B11-CC6DEAC413D1}" dt="2026-01-20T13:00:27.209" v="107" actId="208"/>
        <pc:sldMkLst>
          <pc:docMk/>
          <pc:sldMk cId="2717257054" sldId="264"/>
        </pc:sldMkLst>
        <pc:spChg chg="mod topLvl">
          <ac:chgData name="Álvaro Ignacio Rodríguez Lasso" userId="65b0b07f-1772-468d-8d14-6914a13dde51" providerId="ADAL" clId="{72A4814C-C75B-46FD-9B11-CC6DEAC413D1}" dt="2026-01-20T13:00:15.311" v="106" actId="2085"/>
          <ac:spMkLst>
            <pc:docMk/>
            <pc:sldMk cId="2717257054" sldId="264"/>
            <ac:spMk id="6" creationId="{01CF9013-F79E-BE1F-A492-FE3C324A11FD}"/>
          </ac:spMkLst>
        </pc:spChg>
        <pc:spChg chg="mod">
          <ac:chgData name="Álvaro Ignacio Rodríguez Lasso" userId="65b0b07f-1772-468d-8d14-6914a13dde51" providerId="ADAL" clId="{72A4814C-C75B-46FD-9B11-CC6DEAC413D1}" dt="2026-01-20T13:00:10.434" v="105" actId="2085"/>
          <ac:spMkLst>
            <pc:docMk/>
            <pc:sldMk cId="2717257054" sldId="264"/>
            <ac:spMk id="7" creationId="{712920A9-90BF-80B2-6073-E0AE08E96245}"/>
          </ac:spMkLst>
        </pc:spChg>
        <pc:spChg chg="mod">
          <ac:chgData name="Álvaro Ignacio Rodríguez Lasso" userId="65b0b07f-1772-468d-8d14-6914a13dde51" providerId="ADAL" clId="{72A4814C-C75B-46FD-9B11-CC6DEAC413D1}" dt="2026-01-20T13:00:27.209" v="107" actId="208"/>
          <ac:spMkLst>
            <pc:docMk/>
            <pc:sldMk cId="2717257054" sldId="264"/>
            <ac:spMk id="29" creationId="{1DF57C8C-3E7A-854B-AA0F-A76CD5291157}"/>
          </ac:spMkLst>
        </pc:spChg>
        <pc:grpChg chg="add del mod">
          <ac:chgData name="Álvaro Ignacio Rodríguez Lasso" userId="65b0b07f-1772-468d-8d14-6914a13dde51" providerId="ADAL" clId="{72A4814C-C75B-46FD-9B11-CC6DEAC413D1}" dt="2026-01-20T12:59:14.901" v="56" actId="165"/>
          <ac:grpSpMkLst>
            <pc:docMk/>
            <pc:sldMk cId="2717257054" sldId="264"/>
            <ac:grpSpMk id="4" creationId="{6FEF5F2A-0C36-2D66-EA5F-98F51F1C86B7}"/>
          </ac:grpSpMkLst>
        </pc:grpChg>
        <pc:grpChg chg="add mod">
          <ac:chgData name="Álvaro Ignacio Rodríguez Lasso" userId="65b0b07f-1772-468d-8d14-6914a13dde51" providerId="ADAL" clId="{72A4814C-C75B-46FD-9B11-CC6DEAC413D1}" dt="2026-01-20T12:59:58.632" v="104" actId="1036"/>
          <ac:grpSpMkLst>
            <pc:docMk/>
            <pc:sldMk cId="2717257054" sldId="264"/>
            <ac:grpSpMk id="8" creationId="{C4A8A0A3-E90F-C8F9-C3B3-CEACCBDA2AD7}"/>
          </ac:grpSpMkLst>
        </pc:grpChg>
        <pc:grpChg chg="del">
          <ac:chgData name="Álvaro Ignacio Rodríguez Lasso" userId="65b0b07f-1772-468d-8d14-6914a13dde51" providerId="ADAL" clId="{72A4814C-C75B-46FD-9B11-CC6DEAC413D1}" dt="2026-01-20T12:57:42.845" v="19" actId="478"/>
          <ac:grpSpMkLst>
            <pc:docMk/>
            <pc:sldMk cId="2717257054" sldId="264"/>
            <ac:grpSpMk id="15" creationId="{699EB6D7-E044-1E9C-F081-36AE436CDC02}"/>
          </ac:grpSpMkLst>
        </pc:grpChg>
        <pc:grpChg chg="del mod">
          <ac:chgData name="Álvaro Ignacio Rodríguez Lasso" userId="65b0b07f-1772-468d-8d14-6914a13dde51" providerId="ADAL" clId="{72A4814C-C75B-46FD-9B11-CC6DEAC413D1}" dt="2026-01-20T12:57:48.582" v="22" actId="478"/>
          <ac:grpSpMkLst>
            <pc:docMk/>
            <pc:sldMk cId="2717257054" sldId="264"/>
            <ac:grpSpMk id="17" creationId="{1EBFC720-7072-DF19-CACF-135B097E4474}"/>
          </ac:grpSpMkLst>
        </pc:grpChg>
        <pc:grpChg chg="del">
          <ac:chgData name="Álvaro Ignacio Rodríguez Lasso" userId="65b0b07f-1772-468d-8d14-6914a13dde51" providerId="ADAL" clId="{72A4814C-C75B-46FD-9B11-CC6DEAC413D1}" dt="2026-01-20T12:57:39.872" v="18" actId="478"/>
          <ac:grpSpMkLst>
            <pc:docMk/>
            <pc:sldMk cId="2717257054" sldId="264"/>
            <ac:grpSpMk id="21" creationId="{9729ACF8-9EF2-F17E-AD34-F59366F32DA1}"/>
          </ac:grpSpMkLst>
        </pc:grpChg>
        <pc:grpChg chg="mod">
          <ac:chgData name="Álvaro Ignacio Rodríguez Lasso" userId="65b0b07f-1772-468d-8d14-6914a13dde51" providerId="ADAL" clId="{72A4814C-C75B-46FD-9B11-CC6DEAC413D1}" dt="2026-01-20T12:59:58.632" v="104" actId="1036"/>
          <ac:grpSpMkLst>
            <pc:docMk/>
            <pc:sldMk cId="2717257054" sldId="264"/>
            <ac:grpSpMk id="31" creationId="{95CBE68B-8255-F1E2-F1F2-C2E555363CC2}"/>
          </ac:grpSpMkLst>
        </pc:grpChg>
        <pc:grpChg chg="mod">
          <ac:chgData name="Álvaro Ignacio Rodríguez Lasso" userId="65b0b07f-1772-468d-8d14-6914a13dde51" providerId="ADAL" clId="{72A4814C-C75B-46FD-9B11-CC6DEAC413D1}" dt="2026-01-20T12:59:58.632" v="104" actId="1036"/>
          <ac:grpSpMkLst>
            <pc:docMk/>
            <pc:sldMk cId="2717257054" sldId="264"/>
            <ac:grpSpMk id="35" creationId="{FBB2B145-A043-9390-0F28-7729E7ADC2CA}"/>
          </ac:grpSpMkLst>
        </pc:grpChg>
        <pc:picChg chg="add mod topLvl modCrop">
          <ac:chgData name="Álvaro Ignacio Rodríguez Lasso" userId="65b0b07f-1772-468d-8d14-6914a13dde51" providerId="ADAL" clId="{72A4814C-C75B-46FD-9B11-CC6DEAC413D1}" dt="2026-01-20T12:59:45.877" v="65" actId="164"/>
          <ac:picMkLst>
            <pc:docMk/>
            <pc:sldMk cId="2717257054" sldId="264"/>
            <ac:picMk id="3" creationId="{8431ED0F-56E8-0AE8-08D7-97D27FC2DDBC}"/>
          </ac:picMkLst>
        </pc:picChg>
        <pc:picChg chg="del mod">
          <ac:chgData name="Álvaro Ignacio Rodríguez Lasso" userId="65b0b07f-1772-468d-8d14-6914a13dde51" providerId="ADAL" clId="{72A4814C-C75B-46FD-9B11-CC6DEAC413D1}" dt="2026-01-20T12:57:48.582" v="22" actId="478"/>
          <ac:picMkLst>
            <pc:docMk/>
            <pc:sldMk cId="2717257054" sldId="264"/>
            <ac:picMk id="13" creationId="{25B3CE12-25E5-E211-1952-C8266E12DDAB}"/>
          </ac:picMkLst>
        </pc:picChg>
      </pc:sldChg>
      <pc:sldChg chg="modSp del mod">
        <pc:chgData name="Álvaro Ignacio Rodríguez Lasso" userId="65b0b07f-1772-468d-8d14-6914a13dde51" providerId="ADAL" clId="{72A4814C-C75B-46FD-9B11-CC6DEAC413D1}" dt="2026-01-20T13:46:28.797" v="1508" actId="47"/>
        <pc:sldMkLst>
          <pc:docMk/>
          <pc:sldMk cId="327535716" sldId="269"/>
        </pc:sldMkLst>
        <pc:spChg chg="mod">
          <ac:chgData name="Álvaro Ignacio Rodríguez Lasso" userId="65b0b07f-1772-468d-8d14-6914a13dde51" providerId="ADAL" clId="{72A4814C-C75B-46FD-9B11-CC6DEAC413D1}" dt="2026-01-20T13:21:42.308" v="827" actId="20577"/>
          <ac:spMkLst>
            <pc:docMk/>
            <pc:sldMk cId="327535716" sldId="269"/>
            <ac:spMk id="3" creationId="{64A8FD87-365D-F5E3-B848-3C8F3779F634}"/>
          </ac:spMkLst>
        </pc:spChg>
      </pc:sldChg>
      <pc:sldChg chg="addSp delSp modSp mod">
        <pc:chgData name="Álvaro Ignacio Rodríguez Lasso" userId="65b0b07f-1772-468d-8d14-6914a13dde51" providerId="ADAL" clId="{72A4814C-C75B-46FD-9B11-CC6DEAC413D1}" dt="2026-01-20T13:19:22.648" v="569" actId="21"/>
        <pc:sldMkLst>
          <pc:docMk/>
          <pc:sldMk cId="1213586022" sldId="271"/>
        </pc:sldMkLst>
        <pc:picChg chg="add del mod">
          <ac:chgData name="Álvaro Ignacio Rodríguez Lasso" userId="65b0b07f-1772-468d-8d14-6914a13dde51" providerId="ADAL" clId="{72A4814C-C75B-46FD-9B11-CC6DEAC413D1}" dt="2026-01-20T13:19:22.648" v="569" actId="21"/>
          <ac:picMkLst>
            <pc:docMk/>
            <pc:sldMk cId="1213586022" sldId="271"/>
            <ac:picMk id="7" creationId="{68826612-BB48-1CB0-C0FD-73AB52610C84}"/>
          </ac:picMkLst>
        </pc:picChg>
      </pc:sldChg>
      <pc:sldChg chg="new del">
        <pc:chgData name="Álvaro Ignacio Rodríguez Lasso" userId="65b0b07f-1772-468d-8d14-6914a13dde51" providerId="ADAL" clId="{72A4814C-C75B-46FD-9B11-CC6DEAC413D1}" dt="2026-01-20T13:21:27.350" v="821" actId="680"/>
        <pc:sldMkLst>
          <pc:docMk/>
          <pc:sldMk cId="4080422368" sldId="294"/>
        </pc:sldMkLst>
      </pc:sldChg>
      <pc:sldChg chg="addSp delSp modSp add mod">
        <pc:chgData name="Álvaro Ignacio Rodríguez Lasso" userId="65b0b07f-1772-468d-8d14-6914a13dde51" providerId="ADAL" clId="{72A4814C-C75B-46FD-9B11-CC6DEAC413D1}" dt="2026-01-20T13:46:03.476" v="1507" actId="108"/>
        <pc:sldMkLst>
          <pc:docMk/>
          <pc:sldMk cId="281795936" sldId="2595"/>
        </pc:sldMkLst>
        <pc:spChg chg="mod">
          <ac:chgData name="Álvaro Ignacio Rodríguez Lasso" userId="65b0b07f-1772-468d-8d14-6914a13dde51" providerId="ADAL" clId="{72A4814C-C75B-46FD-9B11-CC6DEAC413D1}" dt="2026-01-20T13:38:09.902" v="1246" actId="1035"/>
          <ac:spMkLst>
            <pc:docMk/>
            <pc:sldMk cId="281795936" sldId="2595"/>
            <ac:spMk id="3" creationId="{A17E9E85-134C-8EFE-37FA-D36509199E7A}"/>
          </ac:spMkLst>
        </pc:spChg>
        <pc:spChg chg="add del mod">
          <ac:chgData name="Álvaro Ignacio Rodríguez Lasso" userId="65b0b07f-1772-468d-8d14-6914a13dde51" providerId="ADAL" clId="{72A4814C-C75B-46FD-9B11-CC6DEAC413D1}" dt="2026-01-20T13:39:53.102" v="1425" actId="1036"/>
          <ac:spMkLst>
            <pc:docMk/>
            <pc:sldMk cId="281795936" sldId="2595"/>
            <ac:spMk id="5" creationId="{A05F5524-CE78-8990-2796-BFDBF963069D}"/>
          </ac:spMkLst>
        </pc:spChg>
        <pc:spChg chg="add mod">
          <ac:chgData name="Álvaro Ignacio Rodríguez Lasso" userId="65b0b07f-1772-468d-8d14-6914a13dde51" providerId="ADAL" clId="{72A4814C-C75B-46FD-9B11-CC6DEAC413D1}" dt="2026-01-20T13:39:49.907" v="1421" actId="1036"/>
          <ac:spMkLst>
            <pc:docMk/>
            <pc:sldMk cId="281795936" sldId="2595"/>
            <ac:spMk id="6" creationId="{75809AB2-DE20-9BE8-D6B7-4B1CDF00F53B}"/>
          </ac:spMkLst>
        </pc:spChg>
        <pc:grpChg chg="add mod">
          <ac:chgData name="Álvaro Ignacio Rodríguez Lasso" userId="65b0b07f-1772-468d-8d14-6914a13dde51" providerId="ADAL" clId="{72A4814C-C75B-46FD-9B11-CC6DEAC413D1}" dt="2026-01-20T13:36:32.231" v="1223" actId="408"/>
          <ac:grpSpMkLst>
            <pc:docMk/>
            <pc:sldMk cId="281795936" sldId="2595"/>
            <ac:grpSpMk id="10" creationId="{E88E55CE-2323-6CC1-062C-6A72C9A0F8AC}"/>
          </ac:grpSpMkLst>
        </pc:grpChg>
        <pc:picChg chg="mod">
          <ac:chgData name="Álvaro Ignacio Rodríguez Lasso" userId="65b0b07f-1772-468d-8d14-6914a13dde51" providerId="ADAL" clId="{72A4814C-C75B-46FD-9B11-CC6DEAC413D1}" dt="2026-01-20T13:41:04.240" v="1426" actId="29295"/>
          <ac:picMkLst>
            <pc:docMk/>
            <pc:sldMk cId="281795936" sldId="2595"/>
            <ac:picMk id="4" creationId="{E1B857C1-C0CA-E921-927C-29C08D450620}"/>
          </ac:picMkLst>
        </pc:picChg>
        <pc:picChg chg="mod">
          <ac:chgData name="Álvaro Ignacio Rodríguez Lasso" userId="65b0b07f-1772-468d-8d14-6914a13dde51" providerId="ADAL" clId="{72A4814C-C75B-46FD-9B11-CC6DEAC413D1}" dt="2026-01-20T13:36:02.762" v="1199" actId="164"/>
          <ac:picMkLst>
            <pc:docMk/>
            <pc:sldMk cId="281795936" sldId="2595"/>
            <ac:picMk id="7" creationId="{CF41DE55-8D79-C06D-0FF9-065A5097BA98}"/>
          </ac:picMkLst>
        </pc:picChg>
        <pc:picChg chg="add del mod">
          <ac:chgData name="Álvaro Ignacio Rodríguez Lasso" userId="65b0b07f-1772-468d-8d14-6914a13dde51" providerId="ADAL" clId="{72A4814C-C75B-46FD-9B11-CC6DEAC413D1}" dt="2026-01-20T13:41:44.758" v="1431" actId="478"/>
          <ac:picMkLst>
            <pc:docMk/>
            <pc:sldMk cId="281795936" sldId="2595"/>
            <ac:picMk id="18" creationId="{0DD4CA10-862A-657F-BA6E-C349F173E0BC}"/>
          </ac:picMkLst>
        </pc:picChg>
        <pc:picChg chg="add mod modCrop">
          <ac:chgData name="Álvaro Ignacio Rodríguez Lasso" userId="65b0b07f-1772-468d-8d14-6914a13dde51" providerId="ADAL" clId="{72A4814C-C75B-46FD-9B11-CC6DEAC413D1}" dt="2026-01-20T13:43:19.817" v="1477" actId="1035"/>
          <ac:picMkLst>
            <pc:docMk/>
            <pc:sldMk cId="281795936" sldId="2595"/>
            <ac:picMk id="20" creationId="{7A5A562B-004A-3F30-AB4E-DCA2A597A8FC}"/>
          </ac:picMkLst>
        </pc:picChg>
        <pc:picChg chg="add mod modCrop">
          <ac:chgData name="Álvaro Ignacio Rodríguez Lasso" userId="65b0b07f-1772-468d-8d14-6914a13dde51" providerId="ADAL" clId="{72A4814C-C75B-46FD-9B11-CC6DEAC413D1}" dt="2026-01-20T13:45:28.294" v="1505" actId="1036"/>
          <ac:picMkLst>
            <pc:docMk/>
            <pc:sldMk cId="281795936" sldId="2595"/>
            <ac:picMk id="22" creationId="{03BB20EC-BB9F-401C-D8B0-126A95762B08}"/>
          </ac:picMkLst>
        </pc:picChg>
        <pc:picChg chg="mod">
          <ac:chgData name="Álvaro Ignacio Rodríguez Lasso" userId="65b0b07f-1772-468d-8d14-6914a13dde51" providerId="ADAL" clId="{72A4814C-C75B-46FD-9B11-CC6DEAC413D1}" dt="2026-01-20T13:33:24.965" v="1111" actId="1037"/>
          <ac:picMkLst>
            <pc:docMk/>
            <pc:sldMk cId="281795936" sldId="2595"/>
            <ac:picMk id="1026" creationId="{B81FF835-2360-B908-2E49-51046E3287B3}"/>
          </ac:picMkLst>
        </pc:picChg>
        <pc:picChg chg="del">
          <ac:chgData name="Álvaro Ignacio Rodríguez Lasso" userId="65b0b07f-1772-468d-8d14-6914a13dde51" providerId="ADAL" clId="{72A4814C-C75B-46FD-9B11-CC6DEAC413D1}" dt="2026-01-20T13:29:50" v="875" actId="478"/>
          <ac:picMkLst>
            <pc:docMk/>
            <pc:sldMk cId="281795936" sldId="2595"/>
            <ac:picMk id="1030" creationId="{E2FA9DB4-9B80-BE37-DFA2-CCA53DC6D4B4}"/>
          </ac:picMkLst>
        </pc:picChg>
        <pc:cxnChg chg="add del mod">
          <ac:chgData name="Álvaro Ignacio Rodríguez Lasso" userId="65b0b07f-1772-468d-8d14-6914a13dde51" providerId="ADAL" clId="{72A4814C-C75B-46FD-9B11-CC6DEAC413D1}" dt="2026-01-20T13:37:29.170" v="1238" actId="478"/>
          <ac:cxnSpMkLst>
            <pc:docMk/>
            <pc:sldMk cId="281795936" sldId="2595"/>
            <ac:cxnSpMk id="9" creationId="{DEE0ADB4-ABA0-D62B-1A78-3D8D9308A296}"/>
          </ac:cxnSpMkLst>
        </pc:cxnChg>
        <pc:cxnChg chg="add mod">
          <ac:chgData name="Álvaro Ignacio Rodríguez Lasso" userId="65b0b07f-1772-468d-8d14-6914a13dde51" providerId="ADAL" clId="{72A4814C-C75B-46FD-9B11-CC6DEAC413D1}" dt="2026-01-20T13:45:56.758" v="1506" actId="208"/>
          <ac:cxnSpMkLst>
            <pc:docMk/>
            <pc:sldMk cId="281795936" sldId="2595"/>
            <ac:cxnSpMk id="12" creationId="{DE9F081D-D6B9-4101-C99C-34A1002721DE}"/>
          </ac:cxnSpMkLst>
        </pc:cxnChg>
        <pc:cxnChg chg="add del mod">
          <ac:chgData name="Álvaro Ignacio Rodríguez Lasso" userId="65b0b07f-1772-468d-8d14-6914a13dde51" providerId="ADAL" clId="{72A4814C-C75B-46FD-9B11-CC6DEAC413D1}" dt="2026-01-20T13:38:49.699" v="1360" actId="478"/>
          <ac:cxnSpMkLst>
            <pc:docMk/>
            <pc:sldMk cId="281795936" sldId="2595"/>
            <ac:cxnSpMk id="14" creationId="{DB858FA1-CE46-EC7D-DBD9-AB73137A59C5}"/>
          </ac:cxnSpMkLst>
        </pc:cxnChg>
        <pc:cxnChg chg="add mod">
          <ac:chgData name="Álvaro Ignacio Rodríguez Lasso" userId="65b0b07f-1772-468d-8d14-6914a13dde51" providerId="ADAL" clId="{72A4814C-C75B-46FD-9B11-CC6DEAC413D1}" dt="2026-01-20T13:46:03.476" v="1507" actId="108"/>
          <ac:cxnSpMkLst>
            <pc:docMk/>
            <pc:sldMk cId="281795936" sldId="2595"/>
            <ac:cxnSpMk id="16" creationId="{53816765-8055-4DA7-E48D-AB22A738B8A6}"/>
          </ac:cxnSpMkLst>
        </pc:cxnChg>
      </pc:sldChg>
      <pc:sldChg chg="addSp delSp modSp add mod">
        <pc:chgData name="Álvaro Ignacio Rodríguez Lasso" userId="65b0b07f-1772-468d-8d14-6914a13dde51" providerId="ADAL" clId="{72A4814C-C75B-46FD-9B11-CC6DEAC413D1}" dt="2026-01-20T13:54:25.141" v="1653" actId="1035"/>
        <pc:sldMkLst>
          <pc:docMk/>
          <pc:sldMk cId="1796702135" sldId="2596"/>
        </pc:sldMkLst>
        <pc:spChg chg="add mod">
          <ac:chgData name="Álvaro Ignacio Rodríguez Lasso" userId="65b0b07f-1772-468d-8d14-6914a13dde51" providerId="ADAL" clId="{72A4814C-C75B-46FD-9B11-CC6DEAC413D1}" dt="2026-01-20T13:53:26.867" v="1649" actId="1036"/>
          <ac:spMkLst>
            <pc:docMk/>
            <pc:sldMk cId="1796702135" sldId="2596"/>
            <ac:spMk id="2" creationId="{8C096470-EED1-76D9-E638-262B7A247347}"/>
          </ac:spMkLst>
        </pc:spChg>
        <pc:spChg chg="mod">
          <ac:chgData name="Álvaro Ignacio Rodríguez Lasso" userId="65b0b07f-1772-468d-8d14-6914a13dde51" providerId="ADAL" clId="{72A4814C-C75B-46FD-9B11-CC6DEAC413D1}" dt="2026-01-20T13:54:25.141" v="1653" actId="1035"/>
          <ac:spMkLst>
            <pc:docMk/>
            <pc:sldMk cId="1796702135" sldId="2596"/>
            <ac:spMk id="3" creationId="{DAAFCC3D-26DF-A988-0F23-BE784822845C}"/>
          </ac:spMkLst>
        </pc:spChg>
        <pc:spChg chg="mod">
          <ac:chgData name="Álvaro Ignacio Rodríguez Lasso" userId="65b0b07f-1772-468d-8d14-6914a13dde51" providerId="ADAL" clId="{72A4814C-C75B-46FD-9B11-CC6DEAC413D1}" dt="2026-01-20T13:50:59.023" v="1618" actId="1036"/>
          <ac:spMkLst>
            <pc:docMk/>
            <pc:sldMk cId="1796702135" sldId="2596"/>
            <ac:spMk id="5" creationId="{923E37D8-DA8D-900F-91D0-748E5BF7D0BF}"/>
          </ac:spMkLst>
        </pc:spChg>
        <pc:spChg chg="mod">
          <ac:chgData name="Álvaro Ignacio Rodríguez Lasso" userId="65b0b07f-1772-468d-8d14-6914a13dde51" providerId="ADAL" clId="{72A4814C-C75B-46FD-9B11-CC6DEAC413D1}" dt="2026-01-20T13:50:59.023" v="1618" actId="1036"/>
          <ac:spMkLst>
            <pc:docMk/>
            <pc:sldMk cId="1796702135" sldId="2596"/>
            <ac:spMk id="6" creationId="{C685D258-6319-E48D-AE9B-AE0B0C8A20D6}"/>
          </ac:spMkLst>
        </pc:spChg>
        <pc:grpChg chg="mod">
          <ac:chgData name="Álvaro Ignacio Rodríguez Lasso" userId="65b0b07f-1772-468d-8d14-6914a13dde51" providerId="ADAL" clId="{72A4814C-C75B-46FD-9B11-CC6DEAC413D1}" dt="2026-01-20T13:50:59.023" v="1618" actId="1036"/>
          <ac:grpSpMkLst>
            <pc:docMk/>
            <pc:sldMk cId="1796702135" sldId="2596"/>
            <ac:grpSpMk id="10" creationId="{5A351709-BF16-0619-3DE4-B5288D1E0109}"/>
          </ac:grpSpMkLst>
        </pc:grpChg>
        <pc:picChg chg="mod">
          <ac:chgData name="Álvaro Ignacio Rodríguez Lasso" userId="65b0b07f-1772-468d-8d14-6914a13dde51" providerId="ADAL" clId="{72A4814C-C75B-46FD-9B11-CC6DEAC413D1}" dt="2026-01-20T13:50:59.023" v="1618" actId="1036"/>
          <ac:picMkLst>
            <pc:docMk/>
            <pc:sldMk cId="1796702135" sldId="2596"/>
            <ac:picMk id="20" creationId="{0BA4ACC3-C414-1899-C142-ADA6E3F01300}"/>
          </ac:picMkLst>
        </pc:picChg>
        <pc:picChg chg="mod">
          <ac:chgData name="Álvaro Ignacio Rodríguez Lasso" userId="65b0b07f-1772-468d-8d14-6914a13dde51" providerId="ADAL" clId="{72A4814C-C75B-46FD-9B11-CC6DEAC413D1}" dt="2026-01-20T13:50:59.023" v="1618" actId="1036"/>
          <ac:picMkLst>
            <pc:docMk/>
            <pc:sldMk cId="1796702135" sldId="2596"/>
            <ac:picMk id="22" creationId="{6129AEBC-4F8E-2631-8E64-47FE719C0A49}"/>
          </ac:picMkLst>
        </pc:picChg>
        <pc:picChg chg="del">
          <ac:chgData name="Álvaro Ignacio Rodríguez Lasso" userId="65b0b07f-1772-468d-8d14-6914a13dde51" providerId="ADAL" clId="{72A4814C-C75B-46FD-9B11-CC6DEAC413D1}" dt="2026-01-20T13:50:34.388" v="1607" actId="478"/>
          <ac:picMkLst>
            <pc:docMk/>
            <pc:sldMk cId="1796702135" sldId="2596"/>
            <ac:picMk id="1026" creationId="{27B9912B-1E0F-CEB6-30FC-C306EC52EBE0}"/>
          </ac:picMkLst>
        </pc:picChg>
        <pc:cxnChg chg="mod">
          <ac:chgData name="Álvaro Ignacio Rodríguez Lasso" userId="65b0b07f-1772-468d-8d14-6914a13dde51" providerId="ADAL" clId="{72A4814C-C75B-46FD-9B11-CC6DEAC413D1}" dt="2026-01-20T13:50:59.023" v="1618" actId="1036"/>
          <ac:cxnSpMkLst>
            <pc:docMk/>
            <pc:sldMk cId="1796702135" sldId="2596"/>
            <ac:cxnSpMk id="12" creationId="{D130F553-2849-E9DB-DA84-D78FE28F2BEF}"/>
          </ac:cxnSpMkLst>
        </pc:cxnChg>
        <pc:cxnChg chg="mod">
          <ac:chgData name="Álvaro Ignacio Rodríguez Lasso" userId="65b0b07f-1772-468d-8d14-6914a13dde51" providerId="ADAL" clId="{72A4814C-C75B-46FD-9B11-CC6DEAC413D1}" dt="2026-01-20T13:50:59.023" v="1618" actId="1036"/>
          <ac:cxnSpMkLst>
            <pc:docMk/>
            <pc:sldMk cId="1796702135" sldId="2596"/>
            <ac:cxnSpMk id="16" creationId="{CDE13096-DE28-B1A4-76B6-A447F3F37460}"/>
          </ac:cxnSpMkLst>
        </pc:cxnChg>
      </pc:sldChg>
      <pc:sldMasterChg chg="delSp modSp mod modSldLayout">
        <pc:chgData name="Álvaro Ignacio Rodríguez Lasso" userId="65b0b07f-1772-468d-8d14-6914a13dde51" providerId="ADAL" clId="{72A4814C-C75B-46FD-9B11-CC6DEAC413D1}" dt="2026-01-20T13:53:12.472" v="1646"/>
        <pc:sldMasterMkLst>
          <pc:docMk/>
          <pc:sldMasterMk cId="1975050179" sldId="2147483648"/>
        </pc:sldMasterMkLst>
        <pc:spChg chg="del mod">
          <ac:chgData name="Álvaro Ignacio Rodríguez Lasso" userId="65b0b07f-1772-468d-8d14-6914a13dde51" providerId="ADAL" clId="{72A4814C-C75B-46FD-9B11-CC6DEAC413D1}" dt="2026-01-20T13:02:33.304" v="110" actId="478"/>
          <ac:spMkLst>
            <pc:docMk/>
            <pc:sldMasterMk cId="1975050179" sldId="2147483648"/>
            <ac:spMk id="4" creationId="{478BEB8D-6EB4-80EE-8DD7-E37EDADB6FAB}"/>
          </ac:spMkLst>
        </pc:spChg>
        <pc:sldLayoutChg chg="addSp delSp modSp mod">
          <pc:chgData name="Álvaro Ignacio Rodríguez Lasso" userId="65b0b07f-1772-468d-8d14-6914a13dde51" providerId="ADAL" clId="{72A4814C-C75B-46FD-9B11-CC6DEAC413D1}" dt="2026-01-20T13:21:01.170" v="807"/>
          <pc:sldLayoutMkLst>
            <pc:docMk/>
            <pc:sldMasterMk cId="1975050179" sldId="2147483648"/>
            <pc:sldLayoutMk cId="4240754387" sldId="2147483651"/>
          </pc:sldLayoutMkLst>
          <pc:spChg chg="del">
            <ac:chgData name="Álvaro Ignacio Rodríguez Lasso" userId="65b0b07f-1772-468d-8d14-6914a13dde51" providerId="ADAL" clId="{72A4814C-C75B-46FD-9B11-CC6DEAC413D1}" dt="2026-01-20T13:20:58.083" v="803" actId="478"/>
            <ac:spMkLst>
              <pc:docMk/>
              <pc:sldMasterMk cId="1975050179" sldId="2147483648"/>
              <pc:sldLayoutMk cId="4240754387" sldId="2147483651"/>
              <ac:spMk id="11" creationId="{A294225F-0C25-190E-2729-A3FF8CB64EC6}"/>
            </ac:spMkLst>
          </pc:spChg>
          <pc:spChg chg="add mod">
            <ac:chgData name="Álvaro Ignacio Rodríguez Lasso" userId="65b0b07f-1772-468d-8d14-6914a13dde51" providerId="ADAL" clId="{72A4814C-C75B-46FD-9B11-CC6DEAC413D1}" dt="2026-01-20T13:21:01.170" v="807"/>
            <ac:spMkLst>
              <pc:docMk/>
              <pc:sldMasterMk cId="1975050179" sldId="2147483648"/>
              <pc:sldLayoutMk cId="4240754387" sldId="2147483651"/>
              <ac:spMk id="13" creationId="{9F195A82-8B0F-5226-6CF1-A1970D9E2720}"/>
            </ac:spMkLst>
          </pc:spChg>
          <pc:picChg chg="add mod">
            <ac:chgData name="Álvaro Ignacio Rodríguez Lasso" userId="65b0b07f-1772-468d-8d14-6914a13dde51" providerId="ADAL" clId="{72A4814C-C75B-46FD-9B11-CC6DEAC413D1}" dt="2026-01-20T13:21:01.170" v="807"/>
            <ac:picMkLst>
              <pc:docMk/>
              <pc:sldMasterMk cId="1975050179" sldId="2147483648"/>
              <pc:sldLayoutMk cId="4240754387" sldId="2147483651"/>
              <ac:picMk id="4" creationId="{CAB225A8-750F-F70D-840E-61DF2940FBAA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01.170" v="807"/>
            <ac:picMkLst>
              <pc:docMk/>
              <pc:sldMasterMk cId="1975050179" sldId="2147483648"/>
              <pc:sldLayoutMk cId="4240754387" sldId="2147483651"/>
              <ac:picMk id="5" creationId="{05827EE4-6A9A-09DA-59F6-31992FD7C335}"/>
            </ac:picMkLst>
          </pc:picChg>
          <pc:picChg chg="del">
            <ac:chgData name="Álvaro Ignacio Rodríguez Lasso" userId="65b0b07f-1772-468d-8d14-6914a13dde51" providerId="ADAL" clId="{72A4814C-C75B-46FD-9B11-CC6DEAC413D1}" dt="2026-01-20T13:21:00.230" v="806" actId="478"/>
            <ac:picMkLst>
              <pc:docMk/>
              <pc:sldMasterMk cId="1975050179" sldId="2147483648"/>
              <pc:sldLayoutMk cId="4240754387" sldId="2147483651"/>
              <ac:picMk id="7" creationId="{08622C21-0517-FD91-ABD5-E1C3236085C0}"/>
            </ac:picMkLst>
          </pc:picChg>
          <pc:picChg chg="del">
            <ac:chgData name="Álvaro Ignacio Rodríguez Lasso" userId="65b0b07f-1772-468d-8d14-6914a13dde51" providerId="ADAL" clId="{72A4814C-C75B-46FD-9B11-CC6DEAC413D1}" dt="2026-01-20T13:20:59.539" v="805" actId="478"/>
            <ac:picMkLst>
              <pc:docMk/>
              <pc:sldMasterMk cId="1975050179" sldId="2147483648"/>
              <pc:sldLayoutMk cId="4240754387" sldId="2147483651"/>
              <ac:picMk id="8" creationId="{22880D1A-AF2C-BA89-F59B-E3BD4DC87E53}"/>
            </ac:picMkLst>
          </pc:picChg>
          <pc:picChg chg="del">
            <ac:chgData name="Álvaro Ignacio Rodríguez Lasso" userId="65b0b07f-1772-468d-8d14-6914a13dde51" providerId="ADAL" clId="{72A4814C-C75B-46FD-9B11-CC6DEAC413D1}" dt="2026-01-20T13:20:58.701" v="804" actId="478"/>
            <ac:picMkLst>
              <pc:docMk/>
              <pc:sldMasterMk cId="1975050179" sldId="2147483648"/>
              <pc:sldLayoutMk cId="4240754387" sldId="2147483651"/>
              <ac:picMk id="9" creationId="{DAE12D60-2FEB-C6E8-F398-7C94BD8675D8}"/>
            </ac:picMkLst>
          </pc:picChg>
          <pc:picChg chg="del">
            <ac:chgData name="Álvaro Ignacio Rodríguez Lasso" userId="65b0b07f-1772-468d-8d14-6914a13dde51" providerId="ADAL" clId="{72A4814C-C75B-46FD-9B11-CC6DEAC413D1}" dt="2026-01-20T13:20:57.074" v="802" actId="478"/>
            <ac:picMkLst>
              <pc:docMk/>
              <pc:sldMasterMk cId="1975050179" sldId="2147483648"/>
              <pc:sldLayoutMk cId="4240754387" sldId="2147483651"/>
              <ac:picMk id="10" creationId="{AD303E97-6EFE-5223-DA09-CCEA177222B8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01.170" v="807"/>
            <ac:picMkLst>
              <pc:docMk/>
              <pc:sldMasterMk cId="1975050179" sldId="2147483648"/>
              <pc:sldLayoutMk cId="4240754387" sldId="2147483651"/>
              <ac:picMk id="12" creationId="{910D376C-3831-0059-638E-DF82AF4E14A0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01.170" v="807"/>
            <ac:picMkLst>
              <pc:docMk/>
              <pc:sldMasterMk cId="1975050179" sldId="2147483648"/>
              <pc:sldLayoutMk cId="4240754387" sldId="2147483651"/>
              <ac:picMk id="14" creationId="{5353824B-E6AD-B76C-3AAF-D86A828CF7DA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01.170" v="807"/>
            <ac:picMkLst>
              <pc:docMk/>
              <pc:sldMasterMk cId="1975050179" sldId="2147483648"/>
              <pc:sldLayoutMk cId="4240754387" sldId="2147483651"/>
              <ac:picMk id="16" creationId="{FEAC62F7-36E0-1AF0-869F-2BD092ED1566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01.170" v="807"/>
            <ac:picMkLst>
              <pc:docMk/>
              <pc:sldMasterMk cId="1975050179" sldId="2147483648"/>
              <pc:sldLayoutMk cId="4240754387" sldId="2147483651"/>
              <ac:picMk id="17" creationId="{90B61367-66A5-C9AB-1331-BE5D71666D44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01.170" v="807"/>
            <ac:picMkLst>
              <pc:docMk/>
              <pc:sldMasterMk cId="1975050179" sldId="2147483648"/>
              <pc:sldLayoutMk cId="4240754387" sldId="2147483651"/>
              <ac:picMk id="18" creationId="{21527C8D-E6AF-D1A7-5F25-F0B041AA07CE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01.170" v="807"/>
            <ac:picMkLst>
              <pc:docMk/>
              <pc:sldMasterMk cId="1975050179" sldId="2147483648"/>
              <pc:sldLayoutMk cId="4240754387" sldId="2147483651"/>
              <ac:picMk id="19" creationId="{B543D8BA-8B1B-9085-C92E-A44FD7CE8E65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01.170" v="807"/>
            <ac:picMkLst>
              <pc:docMk/>
              <pc:sldMasterMk cId="1975050179" sldId="2147483648"/>
              <pc:sldLayoutMk cId="4240754387" sldId="2147483651"/>
              <ac:picMk id="20" creationId="{51B60A17-DEA6-0AA3-E243-08F228805B5F}"/>
            </ac:picMkLst>
          </pc:picChg>
        </pc:sldLayoutChg>
        <pc:sldLayoutChg chg="addSp delSp modSp mod">
          <pc:chgData name="Álvaro Ignacio Rodríguez Lasso" userId="65b0b07f-1772-468d-8d14-6914a13dde51" providerId="ADAL" clId="{72A4814C-C75B-46FD-9B11-CC6DEAC413D1}" dt="2026-01-20T13:48:27.123" v="1509" actId="478"/>
          <pc:sldLayoutMkLst>
            <pc:docMk/>
            <pc:sldMasterMk cId="1975050179" sldId="2147483648"/>
            <pc:sldLayoutMk cId="2118597231" sldId="2147483654"/>
          </pc:sldLayoutMkLst>
          <pc:spChg chg="del">
            <ac:chgData name="Álvaro Ignacio Rodríguez Lasso" userId="65b0b07f-1772-468d-8d14-6914a13dde51" providerId="ADAL" clId="{72A4814C-C75B-46FD-9B11-CC6DEAC413D1}" dt="2026-01-20T13:21:06.093" v="811" actId="478"/>
            <ac:spMkLst>
              <pc:docMk/>
              <pc:sldMasterMk cId="1975050179" sldId="2147483648"/>
              <pc:sldLayoutMk cId="2118597231" sldId="2147483654"/>
              <ac:spMk id="12" creationId="{8485C295-0B57-FE6B-39F6-72DAFDA416AD}"/>
            </ac:spMkLst>
          </pc:spChg>
          <pc:spChg chg="add mod">
            <ac:chgData name="Álvaro Ignacio Rodríguez Lasso" userId="65b0b07f-1772-468d-8d14-6914a13dde51" providerId="ADAL" clId="{72A4814C-C75B-46FD-9B11-CC6DEAC413D1}" dt="2026-01-20T13:21:07.571" v="813"/>
            <ac:spMkLst>
              <pc:docMk/>
              <pc:sldMasterMk cId="1975050179" sldId="2147483648"/>
              <pc:sldLayoutMk cId="2118597231" sldId="2147483654"/>
              <ac:spMk id="16" creationId="{C68A1FAD-68F4-473B-2115-6988297DF0EB}"/>
            </ac:spMkLst>
          </pc:spChg>
          <pc:grpChg chg="del">
            <ac:chgData name="Álvaro Ignacio Rodríguez Lasso" userId="65b0b07f-1772-468d-8d14-6914a13dde51" providerId="ADAL" clId="{72A4814C-C75B-46FD-9B11-CC6DEAC413D1}" dt="2026-01-20T13:48:27.123" v="1509" actId="478"/>
            <ac:grpSpMkLst>
              <pc:docMk/>
              <pc:sldMasterMk cId="1975050179" sldId="2147483648"/>
              <pc:sldLayoutMk cId="2118597231" sldId="2147483654"/>
              <ac:grpSpMk id="6" creationId="{94AE2309-48C5-57AB-5A6D-65A6DBE62FF5}"/>
            </ac:grpSpMkLst>
          </pc:grpChg>
          <pc:picChg chg="add mod">
            <ac:chgData name="Álvaro Ignacio Rodríguez Lasso" userId="65b0b07f-1772-468d-8d14-6914a13dde51" providerId="ADAL" clId="{72A4814C-C75B-46FD-9B11-CC6DEAC413D1}" dt="2026-01-20T13:21:07.571" v="813"/>
            <ac:picMkLst>
              <pc:docMk/>
              <pc:sldMasterMk cId="1975050179" sldId="2147483648"/>
              <pc:sldLayoutMk cId="2118597231" sldId="2147483654"/>
              <ac:picMk id="3" creationId="{5961EE2D-95FC-677E-C029-B035D6E764D7}"/>
            </ac:picMkLst>
          </pc:picChg>
          <pc:picChg chg="del">
            <ac:chgData name="Álvaro Ignacio Rodríguez Lasso" userId="65b0b07f-1772-468d-8d14-6914a13dde51" providerId="ADAL" clId="{72A4814C-C75B-46FD-9B11-CC6DEAC413D1}" dt="2026-01-20T13:21:04.318" v="808" actId="478"/>
            <ac:picMkLst>
              <pc:docMk/>
              <pc:sldMasterMk cId="1975050179" sldId="2147483648"/>
              <pc:sldLayoutMk cId="2118597231" sldId="2147483654"/>
              <ac:picMk id="4" creationId="{EC94459D-2C1D-C05B-71E5-851CE40D99BA}"/>
            </ac:picMkLst>
          </pc:picChg>
          <pc:picChg chg="del">
            <ac:chgData name="Álvaro Ignacio Rodríguez Lasso" userId="65b0b07f-1772-468d-8d14-6914a13dde51" providerId="ADAL" clId="{72A4814C-C75B-46FD-9B11-CC6DEAC413D1}" dt="2026-01-20T13:21:04.927" v="809" actId="478"/>
            <ac:picMkLst>
              <pc:docMk/>
              <pc:sldMasterMk cId="1975050179" sldId="2147483648"/>
              <pc:sldLayoutMk cId="2118597231" sldId="2147483654"/>
              <ac:picMk id="5" creationId="{288D54AA-328C-C26E-0B07-F67B16EE87BD}"/>
            </ac:picMkLst>
          </pc:picChg>
          <pc:picChg chg="del">
            <ac:chgData name="Álvaro Ignacio Rodríguez Lasso" userId="65b0b07f-1772-468d-8d14-6914a13dde51" providerId="ADAL" clId="{72A4814C-C75B-46FD-9B11-CC6DEAC413D1}" dt="2026-01-20T13:21:05.511" v="810" actId="478"/>
            <ac:picMkLst>
              <pc:docMk/>
              <pc:sldMasterMk cId="1975050179" sldId="2147483648"/>
              <pc:sldLayoutMk cId="2118597231" sldId="2147483654"/>
              <ac:picMk id="10" creationId="{9E0CCBA5-F6E1-5863-ECEB-A31D1336EEFD}"/>
            </ac:picMkLst>
          </pc:picChg>
          <pc:picChg chg="del">
            <ac:chgData name="Álvaro Ignacio Rodríguez Lasso" userId="65b0b07f-1772-468d-8d14-6914a13dde51" providerId="ADAL" clId="{72A4814C-C75B-46FD-9B11-CC6DEAC413D1}" dt="2026-01-20T13:21:06.670" v="812" actId="478"/>
            <ac:picMkLst>
              <pc:docMk/>
              <pc:sldMasterMk cId="1975050179" sldId="2147483648"/>
              <pc:sldLayoutMk cId="2118597231" sldId="2147483654"/>
              <ac:picMk id="11" creationId="{3CDBFBD5-0508-F20C-A2DE-987B94B0AA84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07.571" v="813"/>
            <ac:picMkLst>
              <pc:docMk/>
              <pc:sldMasterMk cId="1975050179" sldId="2147483648"/>
              <pc:sldLayoutMk cId="2118597231" sldId="2147483654"/>
              <ac:picMk id="13" creationId="{124C64BA-A93F-0D7B-D84B-63B959847B8E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07.571" v="813"/>
            <ac:picMkLst>
              <pc:docMk/>
              <pc:sldMasterMk cId="1975050179" sldId="2147483648"/>
              <pc:sldLayoutMk cId="2118597231" sldId="2147483654"/>
              <ac:picMk id="14" creationId="{43D82821-B4F0-C424-AFF6-9A711E51A193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07.571" v="813"/>
            <ac:picMkLst>
              <pc:docMk/>
              <pc:sldMasterMk cId="1975050179" sldId="2147483648"/>
              <pc:sldLayoutMk cId="2118597231" sldId="2147483654"/>
              <ac:picMk id="15" creationId="{26C833CA-E946-12DC-1143-3208DC5FFFAF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07.571" v="813"/>
            <ac:picMkLst>
              <pc:docMk/>
              <pc:sldMasterMk cId="1975050179" sldId="2147483648"/>
              <pc:sldLayoutMk cId="2118597231" sldId="2147483654"/>
              <ac:picMk id="17" creationId="{6141494B-0989-6582-24E3-CDE9050B26E2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07.571" v="813"/>
            <ac:picMkLst>
              <pc:docMk/>
              <pc:sldMasterMk cId="1975050179" sldId="2147483648"/>
              <pc:sldLayoutMk cId="2118597231" sldId="2147483654"/>
              <ac:picMk id="19" creationId="{414E955F-5266-9214-7917-F1BBB7EE6CDA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07.571" v="813"/>
            <ac:picMkLst>
              <pc:docMk/>
              <pc:sldMasterMk cId="1975050179" sldId="2147483648"/>
              <pc:sldLayoutMk cId="2118597231" sldId="2147483654"/>
              <ac:picMk id="20" creationId="{1978A1C9-AF8C-A3BB-978F-C276AA106C91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07.571" v="813"/>
            <ac:picMkLst>
              <pc:docMk/>
              <pc:sldMasterMk cId="1975050179" sldId="2147483648"/>
              <pc:sldLayoutMk cId="2118597231" sldId="2147483654"/>
              <ac:picMk id="21" creationId="{E13BE7CB-2630-0BFA-3B1E-B70E12DA871A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07.571" v="813"/>
            <ac:picMkLst>
              <pc:docMk/>
              <pc:sldMasterMk cId="1975050179" sldId="2147483648"/>
              <pc:sldLayoutMk cId="2118597231" sldId="2147483654"/>
              <ac:picMk id="22" creationId="{B86631CA-56B5-B179-AB89-67E764DE3B29}"/>
            </ac:picMkLst>
          </pc:picChg>
        </pc:sldLayoutChg>
        <pc:sldLayoutChg chg="addSp delSp modSp mod">
          <pc:chgData name="Álvaro Ignacio Rodríguez Lasso" userId="65b0b07f-1772-468d-8d14-6914a13dde51" providerId="ADAL" clId="{72A4814C-C75B-46FD-9B11-CC6DEAC413D1}" dt="2026-01-20T13:21:13.682" v="819"/>
          <pc:sldLayoutMkLst>
            <pc:docMk/>
            <pc:sldMasterMk cId="1975050179" sldId="2147483648"/>
            <pc:sldLayoutMk cId="3524211620" sldId="2147483655"/>
          </pc:sldLayoutMkLst>
          <pc:spChg chg="del">
            <ac:chgData name="Álvaro Ignacio Rodríguez Lasso" userId="65b0b07f-1772-468d-8d14-6914a13dde51" providerId="ADAL" clId="{72A4814C-C75B-46FD-9B11-CC6DEAC413D1}" dt="2026-01-20T13:21:12.106" v="817" actId="478"/>
            <ac:spMkLst>
              <pc:docMk/>
              <pc:sldMasterMk cId="1975050179" sldId="2147483648"/>
              <pc:sldLayoutMk cId="3524211620" sldId="2147483655"/>
              <ac:spMk id="8" creationId="{F054A789-DCD0-A5EB-EA66-15CD69A98242}"/>
            </ac:spMkLst>
          </pc:spChg>
          <pc:spChg chg="add mod">
            <ac:chgData name="Álvaro Ignacio Rodríguez Lasso" userId="65b0b07f-1772-468d-8d14-6914a13dde51" providerId="ADAL" clId="{72A4814C-C75B-46FD-9B11-CC6DEAC413D1}" dt="2026-01-20T13:21:13.682" v="819"/>
            <ac:spMkLst>
              <pc:docMk/>
              <pc:sldMasterMk cId="1975050179" sldId="2147483648"/>
              <pc:sldLayoutMk cId="3524211620" sldId="2147483655"/>
              <ac:spMk id="12" creationId="{83D06628-6AF1-CECA-487B-9CCAEAE5830A}"/>
            </ac:spMkLst>
          </pc:spChg>
          <pc:picChg chg="del">
            <ac:chgData name="Álvaro Ignacio Rodríguez Lasso" userId="65b0b07f-1772-468d-8d14-6914a13dde51" providerId="ADAL" clId="{72A4814C-C75B-46FD-9B11-CC6DEAC413D1}" dt="2026-01-20T13:21:10.260" v="814" actId="478"/>
            <ac:picMkLst>
              <pc:docMk/>
              <pc:sldMasterMk cId="1975050179" sldId="2147483648"/>
              <pc:sldLayoutMk cId="3524211620" sldId="2147483655"/>
              <ac:picMk id="2" creationId="{19356F52-240C-AE0B-66B0-3CE5E68D85ED}"/>
            </ac:picMkLst>
          </pc:picChg>
          <pc:picChg chg="del">
            <ac:chgData name="Álvaro Ignacio Rodríguez Lasso" userId="65b0b07f-1772-468d-8d14-6914a13dde51" providerId="ADAL" clId="{72A4814C-C75B-46FD-9B11-CC6DEAC413D1}" dt="2026-01-20T13:21:11.001" v="815" actId="478"/>
            <ac:picMkLst>
              <pc:docMk/>
              <pc:sldMasterMk cId="1975050179" sldId="2147483648"/>
              <pc:sldLayoutMk cId="3524211620" sldId="2147483655"/>
              <ac:picMk id="3" creationId="{BD7109EC-E08A-1CCB-C198-70153CBE8C2A}"/>
            </ac:picMkLst>
          </pc:picChg>
          <pc:picChg chg="del">
            <ac:chgData name="Álvaro Ignacio Rodríguez Lasso" userId="65b0b07f-1772-468d-8d14-6914a13dde51" providerId="ADAL" clId="{72A4814C-C75B-46FD-9B11-CC6DEAC413D1}" dt="2026-01-20T13:21:11.518" v="816" actId="478"/>
            <ac:picMkLst>
              <pc:docMk/>
              <pc:sldMasterMk cId="1975050179" sldId="2147483648"/>
              <pc:sldLayoutMk cId="3524211620" sldId="2147483655"/>
              <ac:picMk id="4" creationId="{731A6AF8-097D-4D5F-BB28-8E075C2E1F85}"/>
            </ac:picMkLst>
          </pc:picChg>
          <pc:picChg chg="del">
            <ac:chgData name="Álvaro Ignacio Rodríguez Lasso" userId="65b0b07f-1772-468d-8d14-6914a13dde51" providerId="ADAL" clId="{72A4814C-C75B-46FD-9B11-CC6DEAC413D1}" dt="2026-01-20T13:21:12.769" v="818" actId="478"/>
            <ac:picMkLst>
              <pc:docMk/>
              <pc:sldMasterMk cId="1975050179" sldId="2147483648"/>
              <pc:sldLayoutMk cId="3524211620" sldId="2147483655"/>
              <ac:picMk id="5" creationId="{EB041972-D9E6-90D6-94AE-B7C6A542A8C1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13.682" v="819"/>
            <ac:picMkLst>
              <pc:docMk/>
              <pc:sldMasterMk cId="1975050179" sldId="2147483648"/>
              <pc:sldLayoutMk cId="3524211620" sldId="2147483655"/>
              <ac:picMk id="7" creationId="{8ED24F70-330F-250E-A77F-C248EB8C9A21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13.682" v="819"/>
            <ac:picMkLst>
              <pc:docMk/>
              <pc:sldMasterMk cId="1975050179" sldId="2147483648"/>
              <pc:sldLayoutMk cId="3524211620" sldId="2147483655"/>
              <ac:picMk id="9" creationId="{C7CACE6E-500F-2563-6BC8-8CAC03D64AA5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13.682" v="819"/>
            <ac:picMkLst>
              <pc:docMk/>
              <pc:sldMasterMk cId="1975050179" sldId="2147483648"/>
              <pc:sldLayoutMk cId="3524211620" sldId="2147483655"/>
              <ac:picMk id="10" creationId="{1D7E2AA9-A172-0F4C-9BB1-87F02DCC3BD8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13.682" v="819"/>
            <ac:picMkLst>
              <pc:docMk/>
              <pc:sldMasterMk cId="1975050179" sldId="2147483648"/>
              <pc:sldLayoutMk cId="3524211620" sldId="2147483655"/>
              <ac:picMk id="11" creationId="{5DCA55E7-684B-5284-A865-A81B6DF4A901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13.682" v="819"/>
            <ac:picMkLst>
              <pc:docMk/>
              <pc:sldMasterMk cId="1975050179" sldId="2147483648"/>
              <pc:sldLayoutMk cId="3524211620" sldId="2147483655"/>
              <ac:picMk id="13" creationId="{327D5E50-80B4-CDCD-4B81-913D6EA358E2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13.682" v="819"/>
            <ac:picMkLst>
              <pc:docMk/>
              <pc:sldMasterMk cId="1975050179" sldId="2147483648"/>
              <pc:sldLayoutMk cId="3524211620" sldId="2147483655"/>
              <ac:picMk id="14" creationId="{4A60ACAA-0936-B469-2CAF-AC6034BD8081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13.682" v="819"/>
            <ac:picMkLst>
              <pc:docMk/>
              <pc:sldMasterMk cId="1975050179" sldId="2147483648"/>
              <pc:sldLayoutMk cId="3524211620" sldId="2147483655"/>
              <ac:picMk id="16" creationId="{320360EA-9FA5-7BC6-2828-F6ADC79626CD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13.682" v="819"/>
            <ac:picMkLst>
              <pc:docMk/>
              <pc:sldMasterMk cId="1975050179" sldId="2147483648"/>
              <pc:sldLayoutMk cId="3524211620" sldId="2147483655"/>
              <ac:picMk id="17" creationId="{CAA047B6-CC26-2237-68F5-B564C8ECACAF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13.682" v="819"/>
            <ac:picMkLst>
              <pc:docMk/>
              <pc:sldMasterMk cId="1975050179" sldId="2147483648"/>
              <pc:sldLayoutMk cId="3524211620" sldId="2147483655"/>
              <ac:picMk id="18" creationId="{7F6ECC1C-4F3B-4A4C-FB50-FEE86CB8EF85}"/>
            </ac:picMkLst>
          </pc:picChg>
        </pc:sldLayoutChg>
        <pc:sldLayoutChg chg="addSp delSp modSp mod">
          <pc:chgData name="Álvaro Ignacio Rodríguez Lasso" userId="65b0b07f-1772-468d-8d14-6914a13dde51" providerId="ADAL" clId="{72A4814C-C75B-46FD-9B11-CC6DEAC413D1}" dt="2026-01-20T13:20:18.231" v="801" actId="408"/>
          <pc:sldLayoutMkLst>
            <pc:docMk/>
            <pc:sldMasterMk cId="1975050179" sldId="2147483648"/>
            <pc:sldLayoutMk cId="2863594695" sldId="2147483656"/>
          </pc:sldLayoutMkLst>
          <pc:spChg chg="mod">
            <ac:chgData name="Álvaro Ignacio Rodríguez Lasso" userId="65b0b07f-1772-468d-8d14-6914a13dde51" providerId="ADAL" clId="{72A4814C-C75B-46FD-9B11-CC6DEAC413D1}" dt="2026-01-20T13:20:18.231" v="801" actId="408"/>
            <ac:spMkLst>
              <pc:docMk/>
              <pc:sldMasterMk cId="1975050179" sldId="2147483648"/>
              <pc:sldLayoutMk cId="2863594695" sldId="2147483656"/>
              <ac:spMk id="12" creationId="{60D214F6-1D73-9AEF-6359-F0BFD752A863}"/>
            </ac:spMkLst>
          </pc:spChg>
          <pc:spChg chg="mod">
            <ac:chgData name="Álvaro Ignacio Rodríguez Lasso" userId="65b0b07f-1772-468d-8d14-6914a13dde51" providerId="ADAL" clId="{72A4814C-C75B-46FD-9B11-CC6DEAC413D1}" dt="2026-01-20T13:16:33.512" v="276" actId="962"/>
            <ac:spMkLst>
              <pc:docMk/>
              <pc:sldMasterMk cId="1975050179" sldId="2147483648"/>
              <pc:sldLayoutMk cId="2863594695" sldId="2147483656"/>
              <ac:spMk id="22" creationId="{AD2D77BF-898D-F3B3-B322-BE7D7CB16537}"/>
            </ac:spMkLst>
          </pc:spChg>
          <pc:picChg chg="add del mod">
            <ac:chgData name="Álvaro Ignacio Rodríguez Lasso" userId="65b0b07f-1772-468d-8d14-6914a13dde51" providerId="ADAL" clId="{72A4814C-C75B-46FD-9B11-CC6DEAC413D1}" dt="2026-01-20T13:10:32.736" v="133" actId="478"/>
            <ac:picMkLst>
              <pc:docMk/>
              <pc:sldMasterMk cId="1975050179" sldId="2147483648"/>
              <pc:sldLayoutMk cId="2863594695" sldId="2147483656"/>
              <ac:picMk id="6" creationId="{D96486B1-2D64-9FAB-DC62-DAC2B9939505}"/>
            </ac:picMkLst>
          </pc:picChg>
          <pc:picChg chg="add del">
            <ac:chgData name="Álvaro Ignacio Rodríguez Lasso" userId="65b0b07f-1772-468d-8d14-6914a13dde51" providerId="ADAL" clId="{72A4814C-C75B-46FD-9B11-CC6DEAC413D1}" dt="2026-01-20T12:57:13.102" v="15" actId="478"/>
            <ac:picMkLst>
              <pc:docMk/>
              <pc:sldMasterMk cId="1975050179" sldId="2147483648"/>
              <pc:sldLayoutMk cId="2863594695" sldId="2147483656"/>
              <ac:picMk id="7" creationId="{AF90B321-223C-BEC8-C146-66B8A0045DEE}"/>
            </ac:picMkLst>
          </pc:picChg>
          <pc:picChg chg="mod">
            <ac:chgData name="Álvaro Ignacio Rodríguez Lasso" userId="65b0b07f-1772-468d-8d14-6914a13dde51" providerId="ADAL" clId="{72A4814C-C75B-46FD-9B11-CC6DEAC413D1}" dt="2026-01-20T13:20:18.231" v="801" actId="408"/>
            <ac:picMkLst>
              <pc:docMk/>
              <pc:sldMasterMk cId="1975050179" sldId="2147483648"/>
              <pc:sldLayoutMk cId="2863594695" sldId="2147483656"/>
              <ac:picMk id="8" creationId="{D08DDF61-A76E-7EBA-22E8-A00D63735AF9}"/>
            </ac:picMkLst>
          </pc:picChg>
          <pc:picChg chg="mod">
            <ac:chgData name="Álvaro Ignacio Rodríguez Lasso" userId="65b0b07f-1772-468d-8d14-6914a13dde51" providerId="ADAL" clId="{72A4814C-C75B-46FD-9B11-CC6DEAC413D1}" dt="2026-01-20T13:20:18.231" v="801" actId="408"/>
            <ac:picMkLst>
              <pc:docMk/>
              <pc:sldMasterMk cId="1975050179" sldId="2147483648"/>
              <pc:sldLayoutMk cId="2863594695" sldId="2147483656"/>
              <ac:picMk id="9" creationId="{78B19861-4EF2-D702-86B3-03C169230118}"/>
            </ac:picMkLst>
          </pc:picChg>
          <pc:picChg chg="mod">
            <ac:chgData name="Álvaro Ignacio Rodríguez Lasso" userId="65b0b07f-1772-468d-8d14-6914a13dde51" providerId="ADAL" clId="{72A4814C-C75B-46FD-9B11-CC6DEAC413D1}" dt="2026-01-20T13:19:45.056" v="706" actId="1038"/>
            <ac:picMkLst>
              <pc:docMk/>
              <pc:sldMasterMk cId="1975050179" sldId="2147483648"/>
              <pc:sldLayoutMk cId="2863594695" sldId="2147483656"/>
              <ac:picMk id="10" creationId="{7D8C430A-D218-4A67-2D13-984DD5258D98}"/>
            </ac:picMkLst>
          </pc:picChg>
          <pc:picChg chg="mod">
            <ac:chgData name="Álvaro Ignacio Rodríguez Lasso" userId="65b0b07f-1772-468d-8d14-6914a13dde51" providerId="ADAL" clId="{72A4814C-C75B-46FD-9B11-CC6DEAC413D1}" dt="2026-01-20T13:20:18.231" v="801" actId="408"/>
            <ac:picMkLst>
              <pc:docMk/>
              <pc:sldMasterMk cId="1975050179" sldId="2147483648"/>
              <pc:sldLayoutMk cId="2863594695" sldId="2147483656"/>
              <ac:picMk id="11" creationId="{BF3B30F3-4ECB-E488-3A4E-555626FC17F6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19:39.288" v="643" actId="1038"/>
            <ac:picMkLst>
              <pc:docMk/>
              <pc:sldMasterMk cId="1975050179" sldId="2147483648"/>
              <pc:sldLayoutMk cId="2863594695" sldId="2147483656"/>
              <ac:picMk id="17" creationId="{699DA376-7D99-1255-23AF-B2687D812459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0:18.231" v="801" actId="408"/>
            <ac:picMkLst>
              <pc:docMk/>
              <pc:sldMasterMk cId="1975050179" sldId="2147483648"/>
              <pc:sldLayoutMk cId="2863594695" sldId="2147483656"/>
              <ac:picMk id="23" creationId="{7E198C2D-75F3-250E-E58E-216BC3E955F7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0:18.231" v="801" actId="408"/>
            <ac:picMkLst>
              <pc:docMk/>
              <pc:sldMasterMk cId="1975050179" sldId="2147483648"/>
              <pc:sldLayoutMk cId="2863594695" sldId="2147483656"/>
              <ac:picMk id="31" creationId="{E5CB6AC4-3D14-2A74-5B1A-6F61AC8178CF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0:18.231" v="801" actId="408"/>
            <ac:picMkLst>
              <pc:docMk/>
              <pc:sldMasterMk cId="1975050179" sldId="2147483648"/>
              <pc:sldLayoutMk cId="2863594695" sldId="2147483656"/>
              <ac:picMk id="33" creationId="{82911D1B-2005-3F7A-9D1A-9AAB88F5D188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0:18.231" v="801" actId="408"/>
            <ac:picMkLst>
              <pc:docMk/>
              <pc:sldMasterMk cId="1975050179" sldId="2147483648"/>
              <pc:sldLayoutMk cId="2863594695" sldId="2147483656"/>
              <ac:picMk id="35" creationId="{1660DFDC-AA6D-4D20-4351-C319B9E6FC64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0:18.231" v="801" actId="408"/>
            <ac:picMkLst>
              <pc:docMk/>
              <pc:sldMasterMk cId="1975050179" sldId="2147483648"/>
              <pc:sldLayoutMk cId="2863594695" sldId="2147483656"/>
              <ac:picMk id="36" creationId="{68826612-BB48-1CB0-C0FD-73AB52610C84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0:18.231" v="801" actId="408"/>
            <ac:picMkLst>
              <pc:docMk/>
              <pc:sldMasterMk cId="1975050179" sldId="2147483648"/>
              <pc:sldLayoutMk cId="2863594695" sldId="2147483656"/>
              <ac:picMk id="1026" creationId="{25ABA0D7-A5EF-89B2-8335-ACDF43371BF6}"/>
            </ac:picMkLst>
          </pc:picChg>
        </pc:sldLayoutChg>
        <pc:sldLayoutChg chg="addSp modSp">
          <pc:chgData name="Álvaro Ignacio Rodríguez Lasso" userId="65b0b07f-1772-468d-8d14-6914a13dde51" providerId="ADAL" clId="{72A4814C-C75B-46FD-9B11-CC6DEAC413D1}" dt="2026-01-20T13:53:12.472" v="1646"/>
          <pc:sldLayoutMkLst>
            <pc:docMk/>
            <pc:sldMasterMk cId="1975050179" sldId="2147483648"/>
            <pc:sldLayoutMk cId="2292197703" sldId="2147483657"/>
          </pc:sldLayoutMkLst>
          <pc:spChg chg="add mod">
            <ac:chgData name="Álvaro Ignacio Rodríguez Lasso" userId="65b0b07f-1772-468d-8d14-6914a13dde51" providerId="ADAL" clId="{72A4814C-C75B-46FD-9B11-CC6DEAC413D1}" dt="2026-01-20T13:53:12.472" v="1646"/>
            <ac:spMkLst>
              <pc:docMk/>
              <pc:sldMasterMk cId="1975050179" sldId="2147483648"/>
              <pc:sldLayoutMk cId="2292197703" sldId="2147483657"/>
              <ac:spMk id="6" creationId="{B65432FE-F37A-EE74-058D-67E76E0D2C5D}"/>
            </ac:spMkLst>
          </pc:spChg>
          <pc:picChg chg="add mod">
            <ac:chgData name="Álvaro Ignacio Rodríguez Lasso" userId="65b0b07f-1772-468d-8d14-6914a13dde51" providerId="ADAL" clId="{72A4814C-C75B-46FD-9B11-CC6DEAC413D1}" dt="2026-01-20T13:53:12.472" v="1646"/>
            <ac:picMkLst>
              <pc:docMk/>
              <pc:sldMasterMk cId="1975050179" sldId="2147483648"/>
              <pc:sldLayoutMk cId="2292197703" sldId="2147483657"/>
              <ac:picMk id="2" creationId="{295BDA9E-AC66-B54A-F654-E588BC561282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53:12.472" v="1646"/>
            <ac:picMkLst>
              <pc:docMk/>
              <pc:sldMasterMk cId="1975050179" sldId="2147483648"/>
              <pc:sldLayoutMk cId="2292197703" sldId="2147483657"/>
              <ac:picMk id="3" creationId="{FB36A320-A0F8-FD2A-3CE3-22A1F8844FA2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53:12.472" v="1646"/>
            <ac:picMkLst>
              <pc:docMk/>
              <pc:sldMasterMk cId="1975050179" sldId="2147483648"/>
              <pc:sldLayoutMk cId="2292197703" sldId="2147483657"/>
              <ac:picMk id="4" creationId="{AD9405FC-F017-52B4-6CCE-A03EC76A9B5E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53:12.472" v="1646"/>
            <ac:picMkLst>
              <pc:docMk/>
              <pc:sldMasterMk cId="1975050179" sldId="2147483648"/>
              <pc:sldLayoutMk cId="2292197703" sldId="2147483657"/>
              <ac:picMk id="5" creationId="{7AECA370-F948-4C89-57D8-A7A00484E26C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53:12.472" v="1646"/>
            <ac:picMkLst>
              <pc:docMk/>
              <pc:sldMasterMk cId="1975050179" sldId="2147483648"/>
              <pc:sldLayoutMk cId="2292197703" sldId="2147483657"/>
              <ac:picMk id="7" creationId="{25882A82-EAA4-CE4E-A241-072AC7AF64A0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53:12.472" v="1646"/>
            <ac:picMkLst>
              <pc:docMk/>
              <pc:sldMasterMk cId="1975050179" sldId="2147483648"/>
              <pc:sldLayoutMk cId="2292197703" sldId="2147483657"/>
              <ac:picMk id="9" creationId="{C6A5DE03-D2CB-FD19-095F-5AE87DC79F94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53:12.472" v="1646"/>
            <ac:picMkLst>
              <pc:docMk/>
              <pc:sldMasterMk cId="1975050179" sldId="2147483648"/>
              <pc:sldLayoutMk cId="2292197703" sldId="2147483657"/>
              <ac:picMk id="10" creationId="{6A6F4FC2-AF9D-F8E8-DA63-397C81BACD12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53:12.472" v="1646"/>
            <ac:picMkLst>
              <pc:docMk/>
              <pc:sldMasterMk cId="1975050179" sldId="2147483648"/>
              <pc:sldLayoutMk cId="2292197703" sldId="2147483657"/>
              <ac:picMk id="12" creationId="{2708F209-B273-A441-BB21-AB556B95CEA7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53:12.472" v="1646"/>
            <ac:picMkLst>
              <pc:docMk/>
              <pc:sldMasterMk cId="1975050179" sldId="2147483648"/>
              <pc:sldLayoutMk cId="2292197703" sldId="2147483657"/>
              <ac:picMk id="13" creationId="{042B32E8-B218-5168-7F8D-50E7731281D9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E693D3-FED4-45AC-ABCA-50F84360218B}" type="datetimeFigureOut">
              <a:rPr lang="es-CO" smtClean="0"/>
              <a:t>13/02/2026</a:t>
            </a:fld>
            <a:endParaRPr lang="es-CO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130542-D5C0-43EE-93EA-971FF8A00B05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52285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30542-D5C0-43EE-93EA-971FF8A00B05}" type="slidenum">
              <a:rPr lang="es-CO" smtClean="0"/>
              <a:t>3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716713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3AF03-4469-C999-84B4-3C850B837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21F72B5-E195-31B4-60F5-4BB193A15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69E3E2B-626C-B923-83FA-85DA0EF9E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AA5436-0B7C-230F-7C0A-F44BB9749C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30542-D5C0-43EE-93EA-971FF8A00B05}" type="slidenum">
              <a:rPr lang="es-CO" smtClean="0"/>
              <a:t>19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87394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svg"/><Relationship Id="rId15" Type="http://schemas.openxmlformats.org/officeDocument/2006/relationships/image" Target="../media/image15.jpe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4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2.png"/><Relationship Id="rId16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2.png"/><Relationship Id="rId5" Type="http://schemas.openxmlformats.org/officeDocument/2006/relationships/image" Target="../media/image5.sv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5.jpe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4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2.png"/><Relationship Id="rId16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2.png"/><Relationship Id="rId5" Type="http://schemas.openxmlformats.org/officeDocument/2006/relationships/image" Target="../media/image5.sv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5.jpe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4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2.png"/><Relationship Id="rId16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2.png"/><Relationship Id="rId5" Type="http://schemas.openxmlformats.org/officeDocument/2006/relationships/image" Target="../media/image5.sv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5.jpe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4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2.png"/><Relationship Id="rId16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2.png"/><Relationship Id="rId5" Type="http://schemas.openxmlformats.org/officeDocument/2006/relationships/image" Target="../media/image5.sv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E22EDB00-6B14-790F-60B8-B8847DD3BE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14530" y="3994485"/>
            <a:ext cx="5639219" cy="465220"/>
          </a:xfrm>
        </p:spPr>
        <p:txBody>
          <a:bodyPr>
            <a:normAutofit/>
          </a:bodyPr>
          <a:lstStyle>
            <a:lvl1pPr marL="0" indent="0" algn="just">
              <a:buNone/>
              <a:defRPr sz="2800" b="1" cap="none" baseline="0">
                <a:solidFill>
                  <a:srgbClr val="95339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Nombre y apellidos</a:t>
            </a:r>
            <a:endParaRPr lang="es-CO" dirty="0"/>
          </a:p>
        </p:txBody>
      </p:sp>
      <p:sp>
        <p:nvSpPr>
          <p:cNvPr id="20" name="Marcador de texto 19">
            <a:extLst>
              <a:ext uri="{FF2B5EF4-FFF2-40B4-BE49-F238E27FC236}">
                <a16:creationId xmlns:a16="http://schemas.microsoft.com/office/drawing/2014/main" id="{EC5D051E-973C-CBAF-C279-B1A0973E1CF8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314950" y="4507083"/>
            <a:ext cx="5638800" cy="81915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s-ES" dirty="0"/>
              <a:t>Título conferencia</a:t>
            </a:r>
            <a:endParaRPr lang="es-CO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D2D77BF-898D-F3B3-B322-BE7D7CB16537}"/>
              </a:ext>
            </a:extLst>
          </p:cNvPr>
          <p:cNvSpPr txBox="1"/>
          <p:nvPr userDrawn="1"/>
        </p:nvSpPr>
        <p:spPr>
          <a:xfrm>
            <a:off x="5233871" y="795013"/>
            <a:ext cx="677396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000" b="1" dirty="0">
                <a:solidFill>
                  <a:srgbClr val="322944"/>
                </a:solidFill>
              </a:rPr>
              <a:t>Global Power Platform Bootcamp </a:t>
            </a:r>
            <a:r>
              <a:rPr lang="es-CO" sz="4000" b="1" kern="1200" dirty="0">
                <a:solidFill>
                  <a:srgbClr val="322944"/>
                </a:solidFill>
                <a:latin typeface="+mn-lt"/>
                <a:ea typeface="+mn-ea"/>
                <a:cs typeface="+mn-cs"/>
              </a:rPr>
              <a:t>&amp; </a:t>
            </a:r>
            <a:r>
              <a:rPr lang="es-CO" sz="4000" b="1" kern="1200" dirty="0" err="1">
                <a:solidFill>
                  <a:srgbClr val="322944"/>
                </a:solidFill>
                <a:latin typeface="+mn-lt"/>
                <a:ea typeface="+mn-ea"/>
                <a:cs typeface="+mn-cs"/>
              </a:rPr>
              <a:t>Agent</a:t>
            </a:r>
            <a:r>
              <a:rPr lang="es-CO" sz="4000" b="1" kern="1200" dirty="0">
                <a:solidFill>
                  <a:srgbClr val="322944"/>
                </a:solidFill>
                <a:latin typeface="+mn-lt"/>
                <a:ea typeface="+mn-ea"/>
                <a:cs typeface="+mn-cs"/>
              </a:rPr>
              <a:t> Bootcamp</a:t>
            </a:r>
          </a:p>
          <a:p>
            <a:pPr>
              <a:spcBef>
                <a:spcPts val="0"/>
              </a:spcBef>
            </a:pPr>
            <a:r>
              <a:rPr lang="es-ES" sz="4400" b="1" dirty="0">
                <a:solidFill>
                  <a:srgbClr val="322944"/>
                </a:solidFill>
              </a:rPr>
              <a:t>2026</a:t>
            </a:r>
          </a:p>
          <a:p>
            <a:pPr>
              <a:spcBef>
                <a:spcPts val="0"/>
              </a:spcBef>
            </a:pPr>
            <a:r>
              <a:rPr lang="es-ES" sz="4400" b="1" dirty="0">
                <a:solidFill>
                  <a:srgbClr val="953395"/>
                </a:solidFill>
              </a:rPr>
              <a:t>Cali – </a:t>
            </a:r>
            <a:r>
              <a:rPr lang="es-ES" sz="4400" b="1" dirty="0">
                <a:solidFill>
                  <a:srgbClr val="8D2C85"/>
                </a:solidFill>
              </a:rPr>
              <a:t>Colombia</a:t>
            </a:r>
          </a:p>
        </p:txBody>
      </p:sp>
      <p:pic>
        <p:nvPicPr>
          <p:cNvPr id="8" name="Graphic 6">
            <a:extLst>
              <a:ext uri="{FF2B5EF4-FFF2-40B4-BE49-F238E27FC236}">
                <a16:creationId xmlns:a16="http://schemas.microsoft.com/office/drawing/2014/main" id="{D08DDF61-A76E-7EBA-22E8-A00D63735A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961" y="6150221"/>
            <a:ext cx="626498" cy="62649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8B19861-4EF2-D702-86B3-03C16923011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23842" y="6150221"/>
            <a:ext cx="626498" cy="62649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D8C430A-D218-4A67-2D13-984DD5258D9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2723" y="6150221"/>
            <a:ext cx="626498" cy="626498"/>
          </a:xfrm>
          <a:prstGeom prst="rect">
            <a:avLst/>
          </a:prstGeom>
        </p:spPr>
      </p:pic>
      <p:pic>
        <p:nvPicPr>
          <p:cNvPr id="11" name="Graphic 12">
            <a:extLst>
              <a:ext uri="{FF2B5EF4-FFF2-40B4-BE49-F238E27FC236}">
                <a16:creationId xmlns:a16="http://schemas.microsoft.com/office/drawing/2014/main" id="{BF3B30F3-4ECB-E488-3A4E-555626FC17F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43320" y="6149997"/>
            <a:ext cx="626946" cy="626946"/>
          </a:xfrm>
          <a:prstGeom prst="rect">
            <a:avLst/>
          </a:prstGeom>
        </p:spPr>
      </p:pic>
      <p:sp>
        <p:nvSpPr>
          <p:cNvPr id="12" name="Freeform 10">
            <a:extLst>
              <a:ext uri="{FF2B5EF4-FFF2-40B4-BE49-F238E27FC236}">
                <a16:creationId xmlns:a16="http://schemas.microsoft.com/office/drawing/2014/main" id="{60D214F6-1D73-9AEF-6359-F0BFD752A863}"/>
              </a:ext>
            </a:extLst>
          </p:cNvPr>
          <p:cNvSpPr/>
          <p:nvPr userDrawn="1"/>
        </p:nvSpPr>
        <p:spPr>
          <a:xfrm>
            <a:off x="6141604" y="6149997"/>
            <a:ext cx="719333" cy="626946"/>
          </a:xfrm>
          <a:custGeom>
            <a:avLst/>
            <a:gdLst/>
            <a:ahLst/>
            <a:cxnLst/>
            <a:rect l="l" t="t" r="r" b="b"/>
            <a:pathLst>
              <a:path w="1616241" h="1385106">
                <a:moveTo>
                  <a:pt x="0" y="0"/>
                </a:moveTo>
                <a:lnTo>
                  <a:pt x="1616241" y="0"/>
                </a:lnTo>
                <a:lnTo>
                  <a:pt x="1616241" y="1385106"/>
                </a:lnTo>
                <a:lnTo>
                  <a:pt x="0" y="13851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93534" t="-37494" r="-73068" b="-37494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3726250B-6011-E979-C360-B8ABE25185FA}"/>
              </a:ext>
            </a:extLst>
          </p:cNvPr>
          <p:cNvGrpSpPr/>
          <p:nvPr userDrawn="1"/>
        </p:nvGrpSpPr>
        <p:grpSpPr>
          <a:xfrm>
            <a:off x="-1314067" y="-871221"/>
            <a:ext cx="6157239" cy="6833190"/>
            <a:chOff x="-1314067" y="-871221"/>
            <a:chExt cx="6157239" cy="6833190"/>
          </a:xfrm>
        </p:grpSpPr>
        <p:grpSp>
          <p:nvGrpSpPr>
            <p:cNvPr id="26" name="Grupo 25">
              <a:extLst>
                <a:ext uri="{FF2B5EF4-FFF2-40B4-BE49-F238E27FC236}">
                  <a16:creationId xmlns:a16="http://schemas.microsoft.com/office/drawing/2014/main" id="{D71211F1-FCC0-10F3-97AE-31B000AC2C2E}"/>
                </a:ext>
              </a:extLst>
            </p:cNvPr>
            <p:cNvGrpSpPr/>
            <p:nvPr userDrawn="1"/>
          </p:nvGrpSpPr>
          <p:grpSpPr>
            <a:xfrm>
              <a:off x="-1314067" y="-871221"/>
              <a:ext cx="6157239" cy="6833190"/>
              <a:chOff x="-1314067" y="-871221"/>
              <a:chExt cx="6157239" cy="6833190"/>
            </a:xfrm>
          </p:grpSpPr>
          <p:grpSp>
            <p:nvGrpSpPr>
              <p:cNvPr id="25" name="Grupo 24">
                <a:extLst>
                  <a:ext uri="{FF2B5EF4-FFF2-40B4-BE49-F238E27FC236}">
                    <a16:creationId xmlns:a16="http://schemas.microsoft.com/office/drawing/2014/main" id="{44790864-0B45-7731-35ED-700E5F5A6E5F}"/>
                  </a:ext>
                </a:extLst>
              </p:cNvPr>
              <p:cNvGrpSpPr/>
              <p:nvPr userDrawn="1"/>
            </p:nvGrpSpPr>
            <p:grpSpPr>
              <a:xfrm>
                <a:off x="1946045" y="3032592"/>
                <a:ext cx="2880000" cy="2880000"/>
                <a:chOff x="1946045" y="3032592"/>
                <a:chExt cx="2880000" cy="2880000"/>
              </a:xfrm>
            </p:grpSpPr>
            <p:sp>
              <p:nvSpPr>
                <p:cNvPr id="15" name="Círculo: vacío 14">
                  <a:extLst>
                    <a:ext uri="{FF2B5EF4-FFF2-40B4-BE49-F238E27FC236}">
                      <a16:creationId xmlns:a16="http://schemas.microsoft.com/office/drawing/2014/main" id="{1173793B-9F95-2534-CBC0-A4E02800B101}"/>
                    </a:ext>
                  </a:extLst>
                </p:cNvPr>
                <p:cNvSpPr>
                  <a:spLocks noChangeAspect="1"/>
                </p:cNvSpPr>
                <p:nvPr userDrawn="1"/>
              </p:nvSpPr>
              <p:spPr>
                <a:xfrm>
                  <a:off x="1946045" y="3032592"/>
                  <a:ext cx="2880000" cy="2880000"/>
                </a:xfrm>
                <a:prstGeom prst="donut">
                  <a:avLst>
                    <a:gd name="adj" fmla="val 3109"/>
                  </a:avLst>
                </a:prstGeom>
                <a:solidFill>
                  <a:srgbClr val="D482D4"/>
                </a:solidFill>
                <a:ln>
                  <a:solidFill>
                    <a:srgbClr val="D482D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Elipse 15">
                  <a:extLst>
                    <a:ext uri="{FF2B5EF4-FFF2-40B4-BE49-F238E27FC236}">
                      <a16:creationId xmlns:a16="http://schemas.microsoft.com/office/drawing/2014/main" id="{2D7C4DB7-F74A-B5F4-E00E-61D05F15EB73}"/>
                    </a:ext>
                  </a:extLst>
                </p:cNvPr>
                <p:cNvSpPr>
                  <a:spLocks noChangeAspect="1"/>
                </p:cNvSpPr>
                <p:nvPr userDrawn="1"/>
              </p:nvSpPr>
              <p:spPr>
                <a:xfrm>
                  <a:off x="2125209" y="3212592"/>
                  <a:ext cx="2520000" cy="2520000"/>
                </a:xfrm>
                <a:prstGeom prst="ellipse">
                  <a:avLst/>
                </a:prstGeom>
                <a:solidFill>
                  <a:srgbClr val="73277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 sz="1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4" name="Grupo 23">
                <a:extLst>
                  <a:ext uri="{FF2B5EF4-FFF2-40B4-BE49-F238E27FC236}">
                    <a16:creationId xmlns:a16="http://schemas.microsoft.com/office/drawing/2014/main" id="{0D32131C-5264-1FD4-2E0F-C7BB2736CF8A}"/>
                  </a:ext>
                </a:extLst>
              </p:cNvPr>
              <p:cNvGrpSpPr/>
              <p:nvPr userDrawn="1"/>
            </p:nvGrpSpPr>
            <p:grpSpPr>
              <a:xfrm>
                <a:off x="-1314067" y="-871221"/>
                <a:ext cx="6157239" cy="6833190"/>
                <a:chOff x="-1314067" y="-871221"/>
                <a:chExt cx="6157239" cy="6833190"/>
              </a:xfrm>
            </p:grpSpPr>
            <p:sp>
              <p:nvSpPr>
                <p:cNvPr id="14" name="Elipse 13">
                  <a:extLst>
                    <a:ext uri="{FF2B5EF4-FFF2-40B4-BE49-F238E27FC236}">
                      <a16:creationId xmlns:a16="http://schemas.microsoft.com/office/drawing/2014/main" id="{FC168ABD-D50E-5DB5-A317-E0042D35C369}"/>
                    </a:ext>
                  </a:extLst>
                </p:cNvPr>
                <p:cNvSpPr>
                  <a:spLocks noChangeAspect="1"/>
                </p:cNvSpPr>
                <p:nvPr userDrawn="1"/>
              </p:nvSpPr>
              <p:spPr>
                <a:xfrm>
                  <a:off x="-1314067" y="-871221"/>
                  <a:ext cx="5638801" cy="5638801"/>
                </a:xfrm>
                <a:prstGeom prst="ellipse">
                  <a:avLst/>
                </a:prstGeom>
                <a:solidFill>
                  <a:srgbClr val="732773"/>
                </a:solidFill>
                <a:ln w="76200">
                  <a:solidFill>
                    <a:srgbClr val="95339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 dirty="0"/>
                </a:p>
              </p:txBody>
            </p:sp>
            <p:sp>
              <p:nvSpPr>
                <p:cNvPr id="4" name="Arco de bloque 3">
                  <a:extLst>
                    <a:ext uri="{FF2B5EF4-FFF2-40B4-BE49-F238E27FC236}">
                      <a16:creationId xmlns:a16="http://schemas.microsoft.com/office/drawing/2014/main" id="{D538EB75-0820-58A2-4B05-2545042F83A3}"/>
                    </a:ext>
                  </a:extLst>
                </p:cNvPr>
                <p:cNvSpPr/>
                <p:nvPr userDrawn="1"/>
              </p:nvSpPr>
              <p:spPr>
                <a:xfrm rot="18967608">
                  <a:off x="1960861" y="3021453"/>
                  <a:ext cx="2882311" cy="2940516"/>
                </a:xfrm>
                <a:prstGeom prst="blockArc">
                  <a:avLst>
                    <a:gd name="adj1" fmla="val 13112588"/>
                    <a:gd name="adj2" fmla="val 20318267"/>
                    <a:gd name="adj3" fmla="val 2874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5" name="Diagrama de flujo: conector 4">
              <a:extLst>
                <a:ext uri="{FF2B5EF4-FFF2-40B4-BE49-F238E27FC236}">
                  <a16:creationId xmlns:a16="http://schemas.microsoft.com/office/drawing/2014/main" id="{4B2848BE-2229-5561-A401-DB33FF964DAF}"/>
                </a:ext>
              </a:extLst>
            </p:cNvPr>
            <p:cNvSpPr/>
            <p:nvPr userDrawn="1"/>
          </p:nvSpPr>
          <p:spPr>
            <a:xfrm>
              <a:off x="376505" y="3877083"/>
              <a:ext cx="1260000" cy="1260000"/>
            </a:xfrm>
            <a:prstGeom prst="flowChartConnector">
              <a:avLst/>
            </a:prstGeom>
            <a:solidFill>
              <a:schemeClr val="bg1"/>
            </a:solidFill>
            <a:ln w="57150">
              <a:solidFill>
                <a:srgbClr val="D482D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</p:grpSp>
      <p:sp>
        <p:nvSpPr>
          <p:cNvPr id="21" name="Marcador de posición de imagen 20">
            <a:extLst>
              <a:ext uri="{FF2B5EF4-FFF2-40B4-BE49-F238E27FC236}">
                <a16:creationId xmlns:a16="http://schemas.microsoft.com/office/drawing/2014/main" id="{67A6129C-038B-26D7-14C0-C50A21ADADA6}"/>
              </a:ext>
            </a:extLst>
          </p:cNvPr>
          <p:cNvSpPr>
            <a:spLocks noGrp="1" noChangeAspect="1"/>
          </p:cNvSpPr>
          <p:nvPr userDrawn="1">
            <p:ph type="pic" sz="quarter" idx="11" hasCustomPrompt="1"/>
          </p:nvPr>
        </p:nvSpPr>
        <p:spPr>
          <a:xfrm>
            <a:off x="416669" y="3900535"/>
            <a:ext cx="1188000" cy="1188000"/>
          </a:xfrm>
          <a:prstGeom prst="ellipse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s-CO" dirty="0"/>
              <a:t>Bandera</a:t>
            </a:r>
          </a:p>
        </p:txBody>
      </p:sp>
      <p:sp>
        <p:nvSpPr>
          <p:cNvPr id="28" name="Marcador de texto 19">
            <a:extLst>
              <a:ext uri="{FF2B5EF4-FFF2-40B4-BE49-F238E27FC236}">
                <a16:creationId xmlns:a16="http://schemas.microsoft.com/office/drawing/2014/main" id="{33F2AF21-E9B0-8E50-385C-DFB9C6391C8F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34346" y="3334685"/>
            <a:ext cx="744318" cy="433065"/>
          </a:xfrm>
          <a:noFill/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s-CO" dirty="0"/>
              <a:t>País</a:t>
            </a:r>
          </a:p>
        </p:txBody>
      </p:sp>
      <p:sp>
        <p:nvSpPr>
          <p:cNvPr id="30" name="Arco de bloque 29">
            <a:extLst>
              <a:ext uri="{FF2B5EF4-FFF2-40B4-BE49-F238E27FC236}">
                <a16:creationId xmlns:a16="http://schemas.microsoft.com/office/drawing/2014/main" id="{8CBD0B38-8659-331B-6939-A26113C99371}"/>
              </a:ext>
            </a:extLst>
          </p:cNvPr>
          <p:cNvSpPr/>
          <p:nvPr userDrawn="1"/>
        </p:nvSpPr>
        <p:spPr>
          <a:xfrm rot="20681271">
            <a:off x="285683" y="3783243"/>
            <a:ext cx="1450230" cy="1437071"/>
          </a:xfrm>
          <a:prstGeom prst="blockArc">
            <a:avLst>
              <a:gd name="adj1" fmla="val 12012441"/>
              <a:gd name="adj2" fmla="val 1986272"/>
              <a:gd name="adj3" fmla="val 18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chemeClr val="tx1"/>
              </a:solidFill>
            </a:endParaRPr>
          </a:p>
        </p:txBody>
      </p:sp>
      <p:pic>
        <p:nvPicPr>
          <p:cNvPr id="2" name="Picture 5">
            <a:extLst>
              <a:ext uri="{FF2B5EF4-FFF2-40B4-BE49-F238E27FC236}">
                <a16:creationId xmlns:a16="http://schemas.microsoft.com/office/drawing/2014/main" id="{03B429F8-9E7C-FCBE-46DB-8C84595F1A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780" t="-15352" r="-14151" b="-13578"/>
          <a:stretch/>
        </p:blipFill>
        <p:spPr>
          <a:xfrm>
            <a:off x="184168" y="556029"/>
            <a:ext cx="2642331" cy="2784301"/>
          </a:xfrm>
          <a:prstGeom prst="flowChartConnector">
            <a:avLst/>
          </a:prstGeom>
          <a:ln w="28575">
            <a:solidFill>
              <a:schemeClr val="bg1"/>
            </a:solidFill>
          </a:ln>
        </p:spPr>
      </p:pic>
      <p:sp>
        <p:nvSpPr>
          <p:cNvPr id="18" name="Marcador de posición de imagen 17">
            <a:extLst>
              <a:ext uri="{FF2B5EF4-FFF2-40B4-BE49-F238E27FC236}">
                <a16:creationId xmlns:a16="http://schemas.microsoft.com/office/drawing/2014/main" id="{928D84E9-74D7-A2BC-D763-70FE1A5977E0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215209" y="3302592"/>
            <a:ext cx="2340000" cy="234000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CO" dirty="0"/>
              <a:t>Foto conferencista</a:t>
            </a:r>
          </a:p>
        </p:txBody>
      </p:sp>
      <p:pic>
        <p:nvPicPr>
          <p:cNvPr id="17" name="Imagen 16" descr="Imagen que contiene computadora, monitor, pantalla, computer&#10;&#10;El contenido generado por IA puede ser incorrecto.">
            <a:extLst>
              <a:ext uri="{FF2B5EF4-FFF2-40B4-BE49-F238E27FC236}">
                <a16:creationId xmlns:a16="http://schemas.microsoft.com/office/drawing/2014/main" id="{699DA376-7D99-1255-23AF-B2687D812459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649" y="6103470"/>
            <a:ext cx="720000" cy="720000"/>
          </a:xfrm>
          <a:prstGeom prst="rect">
            <a:avLst/>
          </a:prstGeom>
        </p:spPr>
      </p:pic>
      <p:pic>
        <p:nvPicPr>
          <p:cNvPr id="23" name="Imagen 22" descr="Icono&#10;&#10;El contenido generado por IA puede ser incorrecto.">
            <a:extLst>
              <a:ext uri="{FF2B5EF4-FFF2-40B4-BE49-F238E27FC236}">
                <a16:creationId xmlns:a16="http://schemas.microsoft.com/office/drawing/2014/main" id="{7E198C2D-75F3-250E-E58E-216BC3E955F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195" y="6121470"/>
            <a:ext cx="684000" cy="684000"/>
          </a:xfrm>
          <a:prstGeom prst="rect">
            <a:avLst/>
          </a:prstGeom>
        </p:spPr>
      </p:pic>
      <p:pic>
        <p:nvPicPr>
          <p:cNvPr id="31" name="Imagen 30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E5CB6AC4-3D14-2A74-5B1A-6F61AC8178CF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104" y="6121470"/>
            <a:ext cx="684000" cy="684000"/>
          </a:xfrm>
          <a:prstGeom prst="rect">
            <a:avLst/>
          </a:prstGeom>
        </p:spPr>
      </p:pic>
      <p:pic>
        <p:nvPicPr>
          <p:cNvPr id="1026" name="Picture 2" descr="All Microsoft Fabric icons for diagramming - Sam Debruyn">
            <a:extLst>
              <a:ext uri="{FF2B5EF4-FFF2-40B4-BE49-F238E27FC236}">
                <a16:creationId xmlns:a16="http://schemas.microsoft.com/office/drawing/2014/main" id="{25ABA0D7-A5EF-89B2-8335-ACDF43371B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5032" y="6139470"/>
            <a:ext cx="648000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Imagen 32" descr="Forma&#10;&#10;El contenido generado por IA puede ser incorrecto.">
            <a:extLst>
              <a:ext uri="{FF2B5EF4-FFF2-40B4-BE49-F238E27FC236}">
                <a16:creationId xmlns:a16="http://schemas.microsoft.com/office/drawing/2014/main" id="{82911D1B-2005-3F7A-9D1A-9AAB88F5D188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5415" y="6146010"/>
            <a:ext cx="634921" cy="634921"/>
          </a:xfrm>
          <a:prstGeom prst="rect">
            <a:avLst/>
          </a:prstGeom>
        </p:spPr>
      </p:pic>
      <p:pic>
        <p:nvPicPr>
          <p:cNvPr id="35" name="Imagen 34" descr="Icono&#10;&#10;El contenido generado por IA puede ser incorrecto.">
            <a:extLst>
              <a:ext uri="{FF2B5EF4-FFF2-40B4-BE49-F238E27FC236}">
                <a16:creationId xmlns:a16="http://schemas.microsoft.com/office/drawing/2014/main" id="{1660DFDC-AA6D-4D20-4351-C319B9E6FC64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719" y="6103470"/>
            <a:ext cx="720000" cy="720000"/>
          </a:xfrm>
          <a:prstGeom prst="rect">
            <a:avLst/>
          </a:prstGeom>
        </p:spPr>
      </p:pic>
      <p:pic>
        <p:nvPicPr>
          <p:cNvPr id="36" name="Imagen 35" descr="Icono&#10;&#10;El contenido generado por IA puede ser incorrecto.">
            <a:extLst>
              <a:ext uri="{FF2B5EF4-FFF2-40B4-BE49-F238E27FC236}">
                <a16:creationId xmlns:a16="http://schemas.microsoft.com/office/drawing/2014/main" id="{68826612-BB48-1CB0-C0FD-73AB52610C8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578" y="610347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594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62F8F2-3DDF-E5A5-29C3-F0089FA56B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519363"/>
            <a:ext cx="10515600" cy="1819275"/>
          </a:xfrm>
        </p:spPr>
        <p:txBody>
          <a:bodyPr anchor="ctr">
            <a:normAutofit/>
          </a:bodyPr>
          <a:lstStyle>
            <a:lvl1pPr algn="ctr">
              <a:defRPr sz="5000" cap="none" baseline="0">
                <a:solidFill>
                  <a:srgbClr val="8D2C85"/>
                </a:solidFill>
              </a:defRPr>
            </a:lvl1pPr>
          </a:lstStyle>
          <a:p>
            <a:r>
              <a:rPr lang="es-ES" dirty="0"/>
              <a:t>Título de sección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E66FFC-A4F4-3502-DB24-F8AE329E1D4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Notas del título de la sección (opcional)</a:t>
            </a:r>
          </a:p>
        </p:txBody>
      </p:sp>
      <p:pic>
        <p:nvPicPr>
          <p:cNvPr id="4" name="Graphic 6">
            <a:extLst>
              <a:ext uri="{FF2B5EF4-FFF2-40B4-BE49-F238E27FC236}">
                <a16:creationId xmlns:a16="http://schemas.microsoft.com/office/drawing/2014/main" id="{CAB225A8-750F-F70D-840E-61DF2940FB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961" y="6150221"/>
            <a:ext cx="626498" cy="626498"/>
          </a:xfrm>
          <a:prstGeom prst="rect">
            <a:avLst/>
          </a:prstGeom>
        </p:spPr>
      </p:pic>
      <p:pic>
        <p:nvPicPr>
          <p:cNvPr id="5" name="Graphic 8">
            <a:extLst>
              <a:ext uri="{FF2B5EF4-FFF2-40B4-BE49-F238E27FC236}">
                <a16:creationId xmlns:a16="http://schemas.microsoft.com/office/drawing/2014/main" id="{05827EE4-6A9A-09DA-59F6-31992FD7C33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23842" y="6150221"/>
            <a:ext cx="626498" cy="626498"/>
          </a:xfrm>
          <a:prstGeom prst="rect">
            <a:avLst/>
          </a:prstGeom>
        </p:spPr>
      </p:pic>
      <p:pic>
        <p:nvPicPr>
          <p:cNvPr id="6" name="Graphic 9">
            <a:extLst>
              <a:ext uri="{FF2B5EF4-FFF2-40B4-BE49-F238E27FC236}">
                <a16:creationId xmlns:a16="http://schemas.microsoft.com/office/drawing/2014/main" id="{2DE8211E-EE30-F534-63E7-2E923AC0AC5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2723" y="6150221"/>
            <a:ext cx="626498" cy="626498"/>
          </a:xfrm>
          <a:prstGeom prst="rect">
            <a:avLst/>
          </a:prstGeom>
        </p:spPr>
      </p:pic>
      <p:pic>
        <p:nvPicPr>
          <p:cNvPr id="12" name="Graphic 12">
            <a:extLst>
              <a:ext uri="{FF2B5EF4-FFF2-40B4-BE49-F238E27FC236}">
                <a16:creationId xmlns:a16="http://schemas.microsoft.com/office/drawing/2014/main" id="{910D376C-3831-0059-638E-DF82AF4E14A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43320" y="6149997"/>
            <a:ext cx="626946" cy="626946"/>
          </a:xfrm>
          <a:prstGeom prst="rect">
            <a:avLst/>
          </a:prstGeom>
        </p:spPr>
      </p:pic>
      <p:sp>
        <p:nvSpPr>
          <p:cNvPr id="13" name="Freeform 10">
            <a:extLst>
              <a:ext uri="{FF2B5EF4-FFF2-40B4-BE49-F238E27FC236}">
                <a16:creationId xmlns:a16="http://schemas.microsoft.com/office/drawing/2014/main" id="{9F195A82-8B0F-5226-6CF1-A1970D9E2720}"/>
              </a:ext>
            </a:extLst>
          </p:cNvPr>
          <p:cNvSpPr/>
          <p:nvPr userDrawn="1"/>
        </p:nvSpPr>
        <p:spPr>
          <a:xfrm>
            <a:off x="6141604" y="6149997"/>
            <a:ext cx="719333" cy="626946"/>
          </a:xfrm>
          <a:custGeom>
            <a:avLst/>
            <a:gdLst/>
            <a:ahLst/>
            <a:cxnLst/>
            <a:rect l="l" t="t" r="r" b="b"/>
            <a:pathLst>
              <a:path w="1616241" h="1385106">
                <a:moveTo>
                  <a:pt x="0" y="0"/>
                </a:moveTo>
                <a:lnTo>
                  <a:pt x="1616241" y="0"/>
                </a:lnTo>
                <a:lnTo>
                  <a:pt x="1616241" y="1385106"/>
                </a:lnTo>
                <a:lnTo>
                  <a:pt x="0" y="13851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93534" t="-37494" r="-73068" b="-37494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14" name="Imagen 13" descr="Imagen que contiene computadora, monitor, pantalla, computer&#10;&#10;El contenido generado por IA puede ser incorrecto.">
            <a:extLst>
              <a:ext uri="{FF2B5EF4-FFF2-40B4-BE49-F238E27FC236}">
                <a16:creationId xmlns:a16="http://schemas.microsoft.com/office/drawing/2014/main" id="{5353824B-E6AD-B76C-3AAF-D86A828CF7DA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649" y="6103470"/>
            <a:ext cx="720000" cy="720000"/>
          </a:xfrm>
          <a:prstGeom prst="rect">
            <a:avLst/>
          </a:prstGeom>
        </p:spPr>
      </p:pic>
      <p:pic>
        <p:nvPicPr>
          <p:cNvPr id="15" name="Imagen 14" descr="Icono&#10;&#10;El contenido generado por IA puede ser incorrecto.">
            <a:extLst>
              <a:ext uri="{FF2B5EF4-FFF2-40B4-BE49-F238E27FC236}">
                <a16:creationId xmlns:a16="http://schemas.microsoft.com/office/drawing/2014/main" id="{FEC94C27-CE10-8460-70B4-DDBFA806279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195" y="6121470"/>
            <a:ext cx="684000" cy="684000"/>
          </a:xfrm>
          <a:prstGeom prst="rect">
            <a:avLst/>
          </a:prstGeom>
        </p:spPr>
      </p:pic>
      <p:pic>
        <p:nvPicPr>
          <p:cNvPr id="16" name="Imagen 15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FEAC62F7-36E0-1AF0-869F-2BD092ED156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104" y="6121470"/>
            <a:ext cx="684000" cy="684000"/>
          </a:xfrm>
          <a:prstGeom prst="rect">
            <a:avLst/>
          </a:prstGeom>
        </p:spPr>
      </p:pic>
      <p:pic>
        <p:nvPicPr>
          <p:cNvPr id="17" name="Picture 2" descr="All Microsoft Fabric icons for diagramming - Sam Debruyn">
            <a:extLst>
              <a:ext uri="{FF2B5EF4-FFF2-40B4-BE49-F238E27FC236}">
                <a16:creationId xmlns:a16="http://schemas.microsoft.com/office/drawing/2014/main" id="{90B61367-66A5-C9AB-1331-BE5D71666D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5032" y="6139470"/>
            <a:ext cx="648000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Imagen 17" descr="Forma&#10;&#10;El contenido generado por IA puede ser incorrecto.">
            <a:extLst>
              <a:ext uri="{FF2B5EF4-FFF2-40B4-BE49-F238E27FC236}">
                <a16:creationId xmlns:a16="http://schemas.microsoft.com/office/drawing/2014/main" id="{21527C8D-E6AF-D1A7-5F25-F0B041AA07CE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5415" y="6146010"/>
            <a:ext cx="634921" cy="634921"/>
          </a:xfrm>
          <a:prstGeom prst="rect">
            <a:avLst/>
          </a:prstGeom>
        </p:spPr>
      </p:pic>
      <p:pic>
        <p:nvPicPr>
          <p:cNvPr id="19" name="Imagen 18" descr="Icono&#10;&#10;El contenido generado por IA puede ser incorrecto.">
            <a:extLst>
              <a:ext uri="{FF2B5EF4-FFF2-40B4-BE49-F238E27FC236}">
                <a16:creationId xmlns:a16="http://schemas.microsoft.com/office/drawing/2014/main" id="{B543D8BA-8B1B-9085-C92E-A44FD7CE8E65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719" y="6103470"/>
            <a:ext cx="720000" cy="720000"/>
          </a:xfrm>
          <a:prstGeom prst="rect">
            <a:avLst/>
          </a:prstGeom>
        </p:spPr>
      </p:pic>
      <p:pic>
        <p:nvPicPr>
          <p:cNvPr id="20" name="Imagen 19" descr="Icono&#10;&#10;El contenido generado por IA puede ser incorrecto.">
            <a:extLst>
              <a:ext uri="{FF2B5EF4-FFF2-40B4-BE49-F238E27FC236}">
                <a16:creationId xmlns:a16="http://schemas.microsoft.com/office/drawing/2014/main" id="{51B60A17-DEA6-0AA3-E243-08F228805B5F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578" y="610347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754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tall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49850-5089-D3D8-A470-19E28E43D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-1"/>
            <a:ext cx="11823032" cy="1116000"/>
          </a:xfrm>
        </p:spPr>
        <p:txBody>
          <a:bodyPr>
            <a:normAutofit/>
          </a:bodyPr>
          <a:lstStyle>
            <a:lvl1pPr>
              <a:defRPr sz="3000" cap="none" baseline="0"/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E4205749-CEE3-B61D-52E2-2057C35CE8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2505" y="1267326"/>
            <a:ext cx="11823032" cy="471596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pic>
        <p:nvPicPr>
          <p:cNvPr id="3" name="Graphic 6">
            <a:extLst>
              <a:ext uri="{FF2B5EF4-FFF2-40B4-BE49-F238E27FC236}">
                <a16:creationId xmlns:a16="http://schemas.microsoft.com/office/drawing/2014/main" id="{5961EE2D-95FC-677E-C029-B035D6E764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961" y="6150221"/>
            <a:ext cx="626498" cy="626498"/>
          </a:xfrm>
          <a:prstGeom prst="rect">
            <a:avLst/>
          </a:prstGeom>
        </p:spPr>
      </p:pic>
      <p:pic>
        <p:nvPicPr>
          <p:cNvPr id="13" name="Graphic 8">
            <a:extLst>
              <a:ext uri="{FF2B5EF4-FFF2-40B4-BE49-F238E27FC236}">
                <a16:creationId xmlns:a16="http://schemas.microsoft.com/office/drawing/2014/main" id="{124C64BA-A93F-0D7B-D84B-63B959847B8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23842" y="6150221"/>
            <a:ext cx="626498" cy="626498"/>
          </a:xfrm>
          <a:prstGeom prst="rect">
            <a:avLst/>
          </a:prstGeom>
        </p:spPr>
      </p:pic>
      <p:pic>
        <p:nvPicPr>
          <p:cNvPr id="14" name="Graphic 9">
            <a:extLst>
              <a:ext uri="{FF2B5EF4-FFF2-40B4-BE49-F238E27FC236}">
                <a16:creationId xmlns:a16="http://schemas.microsoft.com/office/drawing/2014/main" id="{43D82821-B4F0-C424-AFF6-9A711E51A19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2723" y="6150221"/>
            <a:ext cx="626498" cy="626498"/>
          </a:xfrm>
          <a:prstGeom prst="rect">
            <a:avLst/>
          </a:prstGeom>
        </p:spPr>
      </p:pic>
      <p:pic>
        <p:nvPicPr>
          <p:cNvPr id="15" name="Graphic 12">
            <a:extLst>
              <a:ext uri="{FF2B5EF4-FFF2-40B4-BE49-F238E27FC236}">
                <a16:creationId xmlns:a16="http://schemas.microsoft.com/office/drawing/2014/main" id="{26C833CA-E946-12DC-1143-3208DC5FFF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43320" y="6149997"/>
            <a:ext cx="626946" cy="626946"/>
          </a:xfrm>
          <a:prstGeom prst="rect">
            <a:avLst/>
          </a:prstGeom>
        </p:spPr>
      </p:pic>
      <p:sp>
        <p:nvSpPr>
          <p:cNvPr id="16" name="Freeform 10">
            <a:extLst>
              <a:ext uri="{FF2B5EF4-FFF2-40B4-BE49-F238E27FC236}">
                <a16:creationId xmlns:a16="http://schemas.microsoft.com/office/drawing/2014/main" id="{C68A1FAD-68F4-473B-2115-6988297DF0EB}"/>
              </a:ext>
            </a:extLst>
          </p:cNvPr>
          <p:cNvSpPr/>
          <p:nvPr userDrawn="1"/>
        </p:nvSpPr>
        <p:spPr>
          <a:xfrm>
            <a:off x="6141604" y="6149997"/>
            <a:ext cx="719333" cy="626946"/>
          </a:xfrm>
          <a:custGeom>
            <a:avLst/>
            <a:gdLst/>
            <a:ahLst/>
            <a:cxnLst/>
            <a:rect l="l" t="t" r="r" b="b"/>
            <a:pathLst>
              <a:path w="1616241" h="1385106">
                <a:moveTo>
                  <a:pt x="0" y="0"/>
                </a:moveTo>
                <a:lnTo>
                  <a:pt x="1616241" y="0"/>
                </a:lnTo>
                <a:lnTo>
                  <a:pt x="1616241" y="1385106"/>
                </a:lnTo>
                <a:lnTo>
                  <a:pt x="0" y="13851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93534" t="-37494" r="-73068" b="-37494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17" name="Imagen 16" descr="Imagen que contiene computadora, monitor, pantalla, computer&#10;&#10;El contenido generado por IA puede ser incorrecto.">
            <a:extLst>
              <a:ext uri="{FF2B5EF4-FFF2-40B4-BE49-F238E27FC236}">
                <a16:creationId xmlns:a16="http://schemas.microsoft.com/office/drawing/2014/main" id="{6141494B-0989-6582-24E3-CDE9050B26E2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649" y="6103470"/>
            <a:ext cx="720000" cy="720000"/>
          </a:xfrm>
          <a:prstGeom prst="rect">
            <a:avLst/>
          </a:prstGeom>
        </p:spPr>
      </p:pic>
      <p:pic>
        <p:nvPicPr>
          <p:cNvPr id="18" name="Imagen 17" descr="Icono&#10;&#10;El contenido generado por IA puede ser incorrecto.">
            <a:extLst>
              <a:ext uri="{FF2B5EF4-FFF2-40B4-BE49-F238E27FC236}">
                <a16:creationId xmlns:a16="http://schemas.microsoft.com/office/drawing/2014/main" id="{B3EDB7D0-F48B-F921-CF58-3D397BA26FF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195" y="6121470"/>
            <a:ext cx="684000" cy="684000"/>
          </a:xfrm>
          <a:prstGeom prst="rect">
            <a:avLst/>
          </a:prstGeom>
        </p:spPr>
      </p:pic>
      <p:pic>
        <p:nvPicPr>
          <p:cNvPr id="19" name="Imagen 18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414E955F-5266-9214-7917-F1BBB7EE6CD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104" y="6121470"/>
            <a:ext cx="684000" cy="684000"/>
          </a:xfrm>
          <a:prstGeom prst="rect">
            <a:avLst/>
          </a:prstGeom>
        </p:spPr>
      </p:pic>
      <p:pic>
        <p:nvPicPr>
          <p:cNvPr id="20" name="Picture 2" descr="All Microsoft Fabric icons for diagramming - Sam Debruyn">
            <a:extLst>
              <a:ext uri="{FF2B5EF4-FFF2-40B4-BE49-F238E27FC236}">
                <a16:creationId xmlns:a16="http://schemas.microsoft.com/office/drawing/2014/main" id="{1978A1C9-AF8C-A3BB-978F-C276AA106C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5032" y="6139470"/>
            <a:ext cx="648000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Imagen 20" descr="Forma&#10;&#10;El contenido generado por IA puede ser incorrecto.">
            <a:extLst>
              <a:ext uri="{FF2B5EF4-FFF2-40B4-BE49-F238E27FC236}">
                <a16:creationId xmlns:a16="http://schemas.microsoft.com/office/drawing/2014/main" id="{E13BE7CB-2630-0BFA-3B1E-B70E12DA871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5415" y="6146010"/>
            <a:ext cx="634921" cy="634921"/>
          </a:xfrm>
          <a:prstGeom prst="rect">
            <a:avLst/>
          </a:prstGeom>
        </p:spPr>
      </p:pic>
      <p:pic>
        <p:nvPicPr>
          <p:cNvPr id="22" name="Imagen 21" descr="Icono&#10;&#10;El contenido generado por IA puede ser incorrecto.">
            <a:extLst>
              <a:ext uri="{FF2B5EF4-FFF2-40B4-BE49-F238E27FC236}">
                <a16:creationId xmlns:a16="http://schemas.microsoft.com/office/drawing/2014/main" id="{B86631CA-56B5-B179-AB89-67E764DE3B29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719" y="6103470"/>
            <a:ext cx="720000" cy="720000"/>
          </a:xfrm>
          <a:prstGeom prst="rect">
            <a:avLst/>
          </a:prstGeom>
        </p:spPr>
      </p:pic>
      <p:pic>
        <p:nvPicPr>
          <p:cNvPr id="23" name="Imagen 22" descr="Icono&#10;&#10;El contenido generado por IA puede ser incorrecto.">
            <a:extLst>
              <a:ext uri="{FF2B5EF4-FFF2-40B4-BE49-F238E27FC236}">
                <a16:creationId xmlns:a16="http://schemas.microsoft.com/office/drawing/2014/main" id="{552CF5E5-5D11-9788-EFA4-FA6DF9CEA006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578" y="610347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597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rocinador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E4BD0B7-3691-353C-37DB-CB7638E9C94A}"/>
              </a:ext>
            </a:extLst>
          </p:cNvPr>
          <p:cNvSpPr txBox="1"/>
          <p:nvPr userDrawn="1"/>
        </p:nvSpPr>
        <p:spPr>
          <a:xfrm>
            <a:off x="421870" y="418230"/>
            <a:ext cx="10543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rgbClr val="8D2C85"/>
                </a:solidFill>
              </a:rPr>
              <a:t>Con el apoyo de:</a:t>
            </a:r>
            <a:endParaRPr lang="es-CO" sz="3600" b="1" dirty="0">
              <a:solidFill>
                <a:srgbClr val="8D2C85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ED24F70-330F-250E-A77F-C248EB8C9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961" y="6150221"/>
            <a:ext cx="626498" cy="62649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7CACE6E-500F-2563-6BC8-8CAC03D64AA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23842" y="6150221"/>
            <a:ext cx="626498" cy="62649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D7E2AA9-A172-0F4C-9BB1-87F02DCC3BD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2723" y="6150221"/>
            <a:ext cx="626498" cy="626498"/>
          </a:xfrm>
          <a:prstGeom prst="rect">
            <a:avLst/>
          </a:prstGeom>
        </p:spPr>
      </p:pic>
      <p:pic>
        <p:nvPicPr>
          <p:cNvPr id="11" name="Graphic 12">
            <a:extLst>
              <a:ext uri="{FF2B5EF4-FFF2-40B4-BE49-F238E27FC236}">
                <a16:creationId xmlns:a16="http://schemas.microsoft.com/office/drawing/2014/main" id="{5DCA55E7-684B-5284-A865-A81B6DF4A9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43320" y="6149997"/>
            <a:ext cx="626946" cy="626946"/>
          </a:xfrm>
          <a:prstGeom prst="rect">
            <a:avLst/>
          </a:prstGeom>
        </p:spPr>
      </p:pic>
      <p:sp>
        <p:nvSpPr>
          <p:cNvPr id="12" name="Freeform 10">
            <a:extLst>
              <a:ext uri="{FF2B5EF4-FFF2-40B4-BE49-F238E27FC236}">
                <a16:creationId xmlns:a16="http://schemas.microsoft.com/office/drawing/2014/main" id="{83D06628-6AF1-CECA-487B-9CCAEAE5830A}"/>
              </a:ext>
            </a:extLst>
          </p:cNvPr>
          <p:cNvSpPr/>
          <p:nvPr userDrawn="1"/>
        </p:nvSpPr>
        <p:spPr>
          <a:xfrm>
            <a:off x="6141604" y="6149997"/>
            <a:ext cx="719333" cy="626946"/>
          </a:xfrm>
          <a:custGeom>
            <a:avLst/>
            <a:gdLst/>
            <a:ahLst/>
            <a:cxnLst/>
            <a:rect l="l" t="t" r="r" b="b"/>
            <a:pathLst>
              <a:path w="1616241" h="1385106">
                <a:moveTo>
                  <a:pt x="0" y="0"/>
                </a:moveTo>
                <a:lnTo>
                  <a:pt x="1616241" y="0"/>
                </a:lnTo>
                <a:lnTo>
                  <a:pt x="1616241" y="1385106"/>
                </a:lnTo>
                <a:lnTo>
                  <a:pt x="0" y="13851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93534" t="-37494" r="-73068" b="-37494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13" name="Imagen 12" descr="Imagen que contiene computadora, monitor, pantalla, computer&#10;&#10;El contenido generado por IA puede ser incorrecto.">
            <a:extLst>
              <a:ext uri="{FF2B5EF4-FFF2-40B4-BE49-F238E27FC236}">
                <a16:creationId xmlns:a16="http://schemas.microsoft.com/office/drawing/2014/main" id="{327D5E50-80B4-CDCD-4B81-913D6EA358E2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649" y="6103470"/>
            <a:ext cx="720000" cy="720000"/>
          </a:xfrm>
          <a:prstGeom prst="rect">
            <a:avLst/>
          </a:prstGeom>
        </p:spPr>
      </p:pic>
      <p:pic>
        <p:nvPicPr>
          <p:cNvPr id="14" name="Imagen 13" descr="Icono&#10;&#10;El contenido generado por IA puede ser incorrecto.">
            <a:extLst>
              <a:ext uri="{FF2B5EF4-FFF2-40B4-BE49-F238E27FC236}">
                <a16:creationId xmlns:a16="http://schemas.microsoft.com/office/drawing/2014/main" id="{4A60ACAA-0936-B469-2CAF-AC6034BD8081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195" y="6121470"/>
            <a:ext cx="684000" cy="684000"/>
          </a:xfrm>
          <a:prstGeom prst="rect">
            <a:avLst/>
          </a:prstGeom>
        </p:spPr>
      </p:pic>
      <p:pic>
        <p:nvPicPr>
          <p:cNvPr id="15" name="Imagen 14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A583E543-E19A-E9CB-F438-DD411EF1C5B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104" y="6121470"/>
            <a:ext cx="684000" cy="684000"/>
          </a:xfrm>
          <a:prstGeom prst="rect">
            <a:avLst/>
          </a:prstGeom>
        </p:spPr>
      </p:pic>
      <p:pic>
        <p:nvPicPr>
          <p:cNvPr id="16" name="Picture 2" descr="All Microsoft Fabric icons for diagramming - Sam Debruyn">
            <a:extLst>
              <a:ext uri="{FF2B5EF4-FFF2-40B4-BE49-F238E27FC236}">
                <a16:creationId xmlns:a16="http://schemas.microsoft.com/office/drawing/2014/main" id="{320360EA-9FA5-7BC6-2828-F6ADC79626C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5032" y="6139470"/>
            <a:ext cx="648000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n 16" descr="Forma&#10;&#10;El contenido generado por IA puede ser incorrecto.">
            <a:extLst>
              <a:ext uri="{FF2B5EF4-FFF2-40B4-BE49-F238E27FC236}">
                <a16:creationId xmlns:a16="http://schemas.microsoft.com/office/drawing/2014/main" id="{CAA047B6-CC26-2237-68F5-B564C8ECACA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5415" y="6146010"/>
            <a:ext cx="634921" cy="634921"/>
          </a:xfrm>
          <a:prstGeom prst="rect">
            <a:avLst/>
          </a:prstGeom>
        </p:spPr>
      </p:pic>
      <p:pic>
        <p:nvPicPr>
          <p:cNvPr id="18" name="Imagen 17" descr="Icono&#10;&#10;El contenido generado por IA puede ser incorrecto.">
            <a:extLst>
              <a:ext uri="{FF2B5EF4-FFF2-40B4-BE49-F238E27FC236}">
                <a16:creationId xmlns:a16="http://schemas.microsoft.com/office/drawing/2014/main" id="{7F6ECC1C-4F3B-4A4C-FB50-FEE86CB8EF85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719" y="6103470"/>
            <a:ext cx="720000" cy="720000"/>
          </a:xfrm>
          <a:prstGeom prst="rect">
            <a:avLst/>
          </a:prstGeom>
        </p:spPr>
      </p:pic>
      <p:pic>
        <p:nvPicPr>
          <p:cNvPr id="19" name="Imagen 18" descr="Icono&#10;&#10;El contenido generado por IA puede ser incorrecto.">
            <a:extLst>
              <a:ext uri="{FF2B5EF4-FFF2-40B4-BE49-F238E27FC236}">
                <a16:creationId xmlns:a16="http://schemas.microsoft.com/office/drawing/2014/main" id="{30B91F7D-E56F-B57A-3606-1A5C08BD25F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578" y="610347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211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 slide"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28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733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733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733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733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733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733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733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733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733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fld id="{00000000-1234-1234-1234-123412341234}" type="slidenum">
              <a:rPr lang="es" smtClean="0"/>
              <a:pPr/>
              <a:t>‹Nº›</a:t>
            </a:fld>
            <a:endParaRPr lang="es"/>
          </a:p>
        </p:txBody>
      </p:sp>
      <p:pic>
        <p:nvPicPr>
          <p:cNvPr id="2" name="Graphic 6">
            <a:extLst>
              <a:ext uri="{FF2B5EF4-FFF2-40B4-BE49-F238E27FC236}">
                <a16:creationId xmlns:a16="http://schemas.microsoft.com/office/drawing/2014/main" id="{295BDA9E-AC66-B54A-F654-E588BC5612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961" y="6150221"/>
            <a:ext cx="626498" cy="626498"/>
          </a:xfrm>
          <a:prstGeom prst="rect">
            <a:avLst/>
          </a:prstGeom>
        </p:spPr>
      </p:pic>
      <p:pic>
        <p:nvPicPr>
          <p:cNvPr id="3" name="Graphic 8">
            <a:extLst>
              <a:ext uri="{FF2B5EF4-FFF2-40B4-BE49-F238E27FC236}">
                <a16:creationId xmlns:a16="http://schemas.microsoft.com/office/drawing/2014/main" id="{FB36A320-A0F8-FD2A-3CE3-22A1F8844F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23842" y="6150221"/>
            <a:ext cx="626498" cy="626498"/>
          </a:xfrm>
          <a:prstGeom prst="rect">
            <a:avLst/>
          </a:prstGeom>
        </p:spPr>
      </p:pic>
      <p:pic>
        <p:nvPicPr>
          <p:cNvPr id="4" name="Graphic 9">
            <a:extLst>
              <a:ext uri="{FF2B5EF4-FFF2-40B4-BE49-F238E27FC236}">
                <a16:creationId xmlns:a16="http://schemas.microsoft.com/office/drawing/2014/main" id="{AD9405FC-F017-52B4-6CCE-A03EC76A9B5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2723" y="6150221"/>
            <a:ext cx="626498" cy="626498"/>
          </a:xfrm>
          <a:prstGeom prst="rect">
            <a:avLst/>
          </a:prstGeom>
        </p:spPr>
      </p:pic>
      <p:pic>
        <p:nvPicPr>
          <p:cNvPr id="5" name="Graphic 12">
            <a:extLst>
              <a:ext uri="{FF2B5EF4-FFF2-40B4-BE49-F238E27FC236}">
                <a16:creationId xmlns:a16="http://schemas.microsoft.com/office/drawing/2014/main" id="{7AECA370-F948-4C89-57D8-A7A00484E26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43320" y="6149997"/>
            <a:ext cx="626946" cy="626946"/>
          </a:xfrm>
          <a:prstGeom prst="rect">
            <a:avLst/>
          </a:prstGeom>
        </p:spPr>
      </p:pic>
      <p:sp>
        <p:nvSpPr>
          <p:cNvPr id="6" name="Freeform 10">
            <a:extLst>
              <a:ext uri="{FF2B5EF4-FFF2-40B4-BE49-F238E27FC236}">
                <a16:creationId xmlns:a16="http://schemas.microsoft.com/office/drawing/2014/main" id="{B65432FE-F37A-EE74-058D-67E76E0D2C5D}"/>
              </a:ext>
            </a:extLst>
          </p:cNvPr>
          <p:cNvSpPr/>
          <p:nvPr userDrawn="1"/>
        </p:nvSpPr>
        <p:spPr>
          <a:xfrm>
            <a:off x="6141604" y="6149997"/>
            <a:ext cx="719333" cy="626946"/>
          </a:xfrm>
          <a:custGeom>
            <a:avLst/>
            <a:gdLst/>
            <a:ahLst/>
            <a:cxnLst/>
            <a:rect l="l" t="t" r="r" b="b"/>
            <a:pathLst>
              <a:path w="1616241" h="1385106">
                <a:moveTo>
                  <a:pt x="0" y="0"/>
                </a:moveTo>
                <a:lnTo>
                  <a:pt x="1616241" y="0"/>
                </a:lnTo>
                <a:lnTo>
                  <a:pt x="1616241" y="1385106"/>
                </a:lnTo>
                <a:lnTo>
                  <a:pt x="0" y="13851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93534" t="-37494" r="-73068" b="-37494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7" name="Imagen 6" descr="Imagen que contiene computadora, monitor, pantalla, computer&#10;&#10;El contenido generado por IA puede ser incorrecto.">
            <a:extLst>
              <a:ext uri="{FF2B5EF4-FFF2-40B4-BE49-F238E27FC236}">
                <a16:creationId xmlns:a16="http://schemas.microsoft.com/office/drawing/2014/main" id="{25882A82-EAA4-CE4E-A241-072AC7AF64A0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649" y="6103470"/>
            <a:ext cx="720000" cy="720000"/>
          </a:xfrm>
          <a:prstGeom prst="rect">
            <a:avLst/>
          </a:prstGeom>
        </p:spPr>
      </p:pic>
      <p:pic>
        <p:nvPicPr>
          <p:cNvPr id="8" name="Imagen 7" descr="Icono&#10;&#10;El contenido generado por IA puede ser incorrecto.">
            <a:extLst>
              <a:ext uri="{FF2B5EF4-FFF2-40B4-BE49-F238E27FC236}">
                <a16:creationId xmlns:a16="http://schemas.microsoft.com/office/drawing/2014/main" id="{61947A7E-8D4E-22B1-6F80-754B60B92F55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195" y="6121470"/>
            <a:ext cx="684000" cy="684000"/>
          </a:xfrm>
          <a:prstGeom prst="rect">
            <a:avLst/>
          </a:prstGeom>
        </p:spPr>
      </p:pic>
      <p:pic>
        <p:nvPicPr>
          <p:cNvPr id="9" name="Imagen 8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C6A5DE03-D2CB-FD19-095F-5AE87DC79F9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104" y="6121470"/>
            <a:ext cx="684000" cy="684000"/>
          </a:xfrm>
          <a:prstGeom prst="rect">
            <a:avLst/>
          </a:prstGeom>
        </p:spPr>
      </p:pic>
      <p:pic>
        <p:nvPicPr>
          <p:cNvPr id="10" name="Picture 2" descr="All Microsoft Fabric icons for diagramming - Sam Debruyn">
            <a:extLst>
              <a:ext uri="{FF2B5EF4-FFF2-40B4-BE49-F238E27FC236}">
                <a16:creationId xmlns:a16="http://schemas.microsoft.com/office/drawing/2014/main" id="{6A6F4FC2-AF9D-F8E8-DA63-397C81BACD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5032" y="6139470"/>
            <a:ext cx="648000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n 10" descr="Forma&#10;&#10;El contenido generado por IA puede ser incorrecto.">
            <a:extLst>
              <a:ext uri="{FF2B5EF4-FFF2-40B4-BE49-F238E27FC236}">
                <a16:creationId xmlns:a16="http://schemas.microsoft.com/office/drawing/2014/main" id="{0D2CFC83-0E40-A41D-D51E-837D20236650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5415" y="6146010"/>
            <a:ext cx="634921" cy="634921"/>
          </a:xfrm>
          <a:prstGeom prst="rect">
            <a:avLst/>
          </a:prstGeom>
        </p:spPr>
      </p:pic>
      <p:pic>
        <p:nvPicPr>
          <p:cNvPr id="12" name="Imagen 11" descr="Icono&#10;&#10;El contenido generado por IA puede ser incorrecto.">
            <a:extLst>
              <a:ext uri="{FF2B5EF4-FFF2-40B4-BE49-F238E27FC236}">
                <a16:creationId xmlns:a16="http://schemas.microsoft.com/office/drawing/2014/main" id="{2708F209-B273-A441-BB21-AB556B95CEA7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719" y="6103470"/>
            <a:ext cx="720000" cy="720000"/>
          </a:xfrm>
          <a:prstGeom prst="rect">
            <a:avLst/>
          </a:prstGeom>
        </p:spPr>
      </p:pic>
      <p:pic>
        <p:nvPicPr>
          <p:cNvPr id="13" name="Imagen 12" descr="Icono&#10;&#10;El contenido generado por IA puede ser incorrecto.">
            <a:extLst>
              <a:ext uri="{FF2B5EF4-FFF2-40B4-BE49-F238E27FC236}">
                <a16:creationId xmlns:a16="http://schemas.microsoft.com/office/drawing/2014/main" id="{042B32E8-B218-5168-7F8D-50E7731281D9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578" y="610347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197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284F7767-0E1B-0D27-A184-C8E923AAF6FB}"/>
              </a:ext>
            </a:extLst>
          </p:cNvPr>
          <p:cNvSpPr/>
          <p:nvPr userDrawn="1"/>
        </p:nvSpPr>
        <p:spPr>
          <a:xfrm>
            <a:off x="0" y="6011484"/>
            <a:ext cx="12192000" cy="873926"/>
          </a:xfrm>
          <a:prstGeom prst="rect">
            <a:avLst/>
          </a:prstGeom>
          <a:solidFill>
            <a:srgbClr val="D482D4"/>
          </a:solidFill>
          <a:ln>
            <a:solidFill>
              <a:srgbClr val="D482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5CA6091-9F8D-B2CD-6FEA-54B5BFF64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F72A83-359E-3616-FBE4-223DF6890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pic>
        <p:nvPicPr>
          <p:cNvPr id="19" name="Imagen 18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BA229058-9157-25D1-928E-A196F105E38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clrChange>
              <a:clrFrom>
                <a:srgbClr val="575352"/>
              </a:clrFrom>
              <a:clrTo>
                <a:srgbClr val="57535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643" y="5974363"/>
            <a:ext cx="2115467" cy="94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050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1" r:id="rId2"/>
    <p:sldLayoutId id="2147483654" r:id="rId3"/>
    <p:sldLayoutId id="2147483655" r:id="rId4"/>
    <p:sldLayoutId id="2147483657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322944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22944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22944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22944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22944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2294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83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hyperlink" Target="https://www.powerplatformbootcamp.com/2026/location-detail/?id=204afdc1-9ec1-f011-aa43-000d3af39bfd&amp;city=Cali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www.canva.com/design/DAHA2g52F0c/oHVv2mknZz2HfMBO69cQQQ/edit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werplatformbootcamp.com/2026/location-detail/?id=204afdc1-9ec1-f011-aa43-000d3af39bfd&amp;city=Cali" TargetMode="External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2EC86-5BDC-0F78-E4C5-05F42ADA7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1">
            <a:extLst>
              <a:ext uri="{FF2B5EF4-FFF2-40B4-BE49-F238E27FC236}">
                <a16:creationId xmlns:a16="http://schemas.microsoft.com/office/drawing/2014/main" id="{372655AB-5CF3-5132-B959-E472161437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s-CO" dirty="0"/>
              <a:t>Andrés Felipe Gallego 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EF3C02-B45B-506E-33D1-4677C95D0B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Navegando </a:t>
            </a:r>
            <a:r>
              <a:rPr lang="es-ES" dirty="0" err="1"/>
              <a:t>APIs</a:t>
            </a:r>
            <a:r>
              <a:rPr lang="es-ES" dirty="0"/>
              <a:t> gasta tu </a:t>
            </a:r>
            <a:r>
              <a:rPr lang="es-ES" dirty="0" err="1"/>
              <a:t>Lakehouse</a:t>
            </a:r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2E7EF7E-A445-90B6-368C-9356C07CA5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55739" y="3350192"/>
            <a:ext cx="2250508" cy="2250508"/>
          </a:xfrm>
          <a:prstGeom prst="flowChartConnector">
            <a:avLst/>
          </a:prstGeom>
        </p:spPr>
      </p:pic>
      <p:pic>
        <p:nvPicPr>
          <p:cNvPr id="8" name="Imagen 7" descr="Imagen que contiene Forma&#10;&#10;El contenido generado por IA puede ser incorrecto.">
            <a:extLst>
              <a:ext uri="{FF2B5EF4-FFF2-40B4-BE49-F238E27FC236}">
                <a16:creationId xmlns:a16="http://schemas.microsoft.com/office/drawing/2014/main" id="{9B686223-8E18-2A72-8992-43FEED46B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875" y="4022184"/>
            <a:ext cx="969798" cy="969798"/>
          </a:xfrm>
          <a:prstGeom prst="rect">
            <a:avLst/>
          </a:prstGeo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D50FE6E-ECB1-399F-49F3-D62B1E50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183" y="3403242"/>
            <a:ext cx="1117181" cy="433065"/>
          </a:xfrm>
        </p:spPr>
        <p:txBody>
          <a:bodyPr>
            <a:normAutofit fontScale="92500"/>
          </a:bodyPr>
          <a:lstStyle/>
          <a:p>
            <a:r>
              <a:rPr lang="es-CO" dirty="0"/>
              <a:t>Colombia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4B5D5E2-F63E-FEF1-5187-9D9377D2A54B}"/>
              </a:ext>
            </a:extLst>
          </p:cNvPr>
          <p:cNvSpPr txBox="1"/>
          <p:nvPr/>
        </p:nvSpPr>
        <p:spPr>
          <a:xfrm>
            <a:off x="2038662" y="2828357"/>
            <a:ext cx="6775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13586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upo 30">
            <a:extLst>
              <a:ext uri="{FF2B5EF4-FFF2-40B4-BE49-F238E27FC236}">
                <a16:creationId xmlns:a16="http://schemas.microsoft.com/office/drawing/2014/main" id="{95CBE68B-8255-F1E2-F1F2-C2E555363CC2}"/>
              </a:ext>
            </a:extLst>
          </p:cNvPr>
          <p:cNvGrpSpPr/>
          <p:nvPr/>
        </p:nvGrpSpPr>
        <p:grpSpPr>
          <a:xfrm>
            <a:off x="574044" y="2720441"/>
            <a:ext cx="3240000" cy="1260000"/>
            <a:chOff x="488448" y="1211102"/>
            <a:chExt cx="3240000" cy="1260000"/>
          </a:xfrm>
        </p:grpSpPr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712920A9-90BF-80B2-6073-E0AE08E96245}"/>
                </a:ext>
              </a:extLst>
            </p:cNvPr>
            <p:cNvSpPr/>
            <p:nvPr/>
          </p:nvSpPr>
          <p:spPr>
            <a:xfrm>
              <a:off x="488448" y="1211102"/>
              <a:ext cx="3240000" cy="1260000"/>
            </a:xfrm>
            <a:prstGeom prst="roundRect">
              <a:avLst>
                <a:gd name="adj" fmla="val 10091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12" name="Imagen 11" descr="Dibujo con letras blancas&#10;&#10;Descripción generada automáticamente con confianza media">
              <a:extLst>
                <a:ext uri="{FF2B5EF4-FFF2-40B4-BE49-F238E27FC236}">
                  <a16:creationId xmlns:a16="http://schemas.microsoft.com/office/drawing/2014/main" id="{28D981B0-DD6F-BE07-EF88-937C601926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0465" y="1560949"/>
              <a:ext cx="2975966" cy="560306"/>
            </a:xfrm>
            <a:prstGeom prst="rect">
              <a:avLst/>
            </a:prstGeom>
          </p:spPr>
        </p:pic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FBB2B145-A043-9390-0F28-7729E7ADC2CA}"/>
              </a:ext>
            </a:extLst>
          </p:cNvPr>
          <p:cNvGrpSpPr/>
          <p:nvPr/>
        </p:nvGrpSpPr>
        <p:grpSpPr>
          <a:xfrm>
            <a:off x="8319091" y="2692430"/>
            <a:ext cx="3240000" cy="1260000"/>
            <a:chOff x="8358859" y="4276368"/>
            <a:chExt cx="3240000" cy="1260000"/>
          </a:xfrm>
        </p:grpSpPr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1DF57C8C-3E7A-854B-AA0F-A76CD5291157}"/>
                </a:ext>
              </a:extLst>
            </p:cNvPr>
            <p:cNvSpPr/>
            <p:nvPr/>
          </p:nvSpPr>
          <p:spPr>
            <a:xfrm>
              <a:off x="8358859" y="4276368"/>
              <a:ext cx="3240000" cy="1260000"/>
            </a:xfrm>
            <a:prstGeom prst="roundRect">
              <a:avLst>
                <a:gd name="adj" fmla="val 10091"/>
              </a:avLst>
            </a:prstGeom>
            <a:solidFill>
              <a:schemeClr val="bg1"/>
            </a:solidFill>
            <a:ln>
              <a:solidFill>
                <a:srgbClr val="9533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pic>
          <p:nvPicPr>
            <p:cNvPr id="30" name="Imagen 29">
              <a:extLst>
                <a:ext uri="{FF2B5EF4-FFF2-40B4-BE49-F238E27FC236}">
                  <a16:creationId xmlns:a16="http://schemas.microsoft.com/office/drawing/2014/main" id="{37B70E52-FEF9-20E5-DE32-221429DE35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818" b="26632"/>
            <a:stretch/>
          </p:blipFill>
          <p:spPr>
            <a:xfrm>
              <a:off x="8516089" y="4432848"/>
              <a:ext cx="2925541" cy="947040"/>
            </a:xfrm>
            <a:prstGeom prst="rect">
              <a:avLst/>
            </a:prstGeom>
          </p:spPr>
        </p:pic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C4A8A0A3-E90F-C8F9-C3B3-CEACCBDA2AD7}"/>
              </a:ext>
            </a:extLst>
          </p:cNvPr>
          <p:cNvGrpSpPr/>
          <p:nvPr/>
        </p:nvGrpSpPr>
        <p:grpSpPr>
          <a:xfrm>
            <a:off x="4446567" y="2692430"/>
            <a:ext cx="3240000" cy="1260000"/>
            <a:chOff x="4453247" y="1211102"/>
            <a:chExt cx="3240000" cy="1260000"/>
          </a:xfrm>
        </p:grpSpPr>
        <p:sp>
          <p:nvSpPr>
            <p:cNvPr id="6" name="Rectángulo: esquinas redondeadas 5">
              <a:extLst>
                <a:ext uri="{FF2B5EF4-FFF2-40B4-BE49-F238E27FC236}">
                  <a16:creationId xmlns:a16="http://schemas.microsoft.com/office/drawing/2014/main" id="{01CF9013-F79E-BE1F-A492-FE3C324A11FD}"/>
                </a:ext>
              </a:extLst>
            </p:cNvPr>
            <p:cNvSpPr/>
            <p:nvPr/>
          </p:nvSpPr>
          <p:spPr>
            <a:xfrm>
              <a:off x="4453247" y="1211102"/>
              <a:ext cx="3240000" cy="1260000"/>
            </a:xfrm>
            <a:prstGeom prst="roundRect">
              <a:avLst>
                <a:gd name="adj" fmla="val 10091"/>
              </a:avLst>
            </a:prstGeom>
            <a:solidFill>
              <a:srgbClr val="5C5C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pic>
          <p:nvPicPr>
            <p:cNvPr id="3" name="Imagen 2" descr="Imagen que contiene Interfaz de usuario gráfica&#10;&#10;El contenido generado por IA puede ser incorrecto.">
              <a:extLst>
                <a:ext uri="{FF2B5EF4-FFF2-40B4-BE49-F238E27FC236}">
                  <a16:creationId xmlns:a16="http://schemas.microsoft.com/office/drawing/2014/main" id="{8431ED0F-56E8-0AE8-08D7-97D27FC2DD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985" b="21260"/>
            <a:stretch>
              <a:fillRect/>
            </a:stretch>
          </p:blipFill>
          <p:spPr>
            <a:xfrm>
              <a:off x="4647053" y="1294423"/>
              <a:ext cx="2857500" cy="10202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17257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lobal Power Platform Bootcamp">
            <a:extLst>
              <a:ext uri="{FF2B5EF4-FFF2-40B4-BE49-F238E27FC236}">
                <a16:creationId xmlns:a16="http://schemas.microsoft.com/office/drawing/2014/main" id="{B81FF835-2360-B908-2E49-51046E328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646" y="195343"/>
            <a:ext cx="1152000" cy="1213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05F5524-CE78-8990-2796-BFDBF963069D}"/>
              </a:ext>
            </a:extLst>
          </p:cNvPr>
          <p:cNvSpPr txBox="1">
            <a:spLocks/>
          </p:cNvSpPr>
          <p:nvPr/>
        </p:nvSpPr>
        <p:spPr>
          <a:xfrm>
            <a:off x="1182000" y="1463957"/>
            <a:ext cx="2385928" cy="5232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2800" dirty="0">
                <a:solidFill>
                  <a:srgbClr val="953395"/>
                </a:solidFill>
              </a:rPr>
              <a:t>Regístrate</a:t>
            </a:r>
          </a:p>
        </p:txBody>
      </p:sp>
      <p:sp>
        <p:nvSpPr>
          <p:cNvPr id="3" name="CuadroTexto 2">
            <a:hlinkClick r:id="rId4"/>
            <a:extLst>
              <a:ext uri="{FF2B5EF4-FFF2-40B4-BE49-F238E27FC236}">
                <a16:creationId xmlns:a16="http://schemas.microsoft.com/office/drawing/2014/main" id="{A17E9E85-134C-8EFE-37FA-D36509199E7A}"/>
              </a:ext>
            </a:extLst>
          </p:cNvPr>
          <p:cNvSpPr txBox="1"/>
          <p:nvPr/>
        </p:nvSpPr>
        <p:spPr>
          <a:xfrm>
            <a:off x="507123" y="5552193"/>
            <a:ext cx="111777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600" dirty="0">
                <a:hlinkClick r:id="rId4"/>
              </a:rPr>
              <a:t>https://www.powerplatformbootcamp.com/2026/location-detail/?id=204afdc1-9ec1-f011-aa43-000d3af39bfd&amp;city=Cali</a:t>
            </a:r>
            <a:endParaRPr lang="es-CO" sz="1600" dirty="0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E88E55CE-2323-6CC1-062C-6A72C9A0F8AC}"/>
              </a:ext>
            </a:extLst>
          </p:cNvPr>
          <p:cNvGrpSpPr>
            <a:grpSpLocks noChangeAspect="1"/>
          </p:cNvGrpSpPr>
          <p:nvPr/>
        </p:nvGrpSpPr>
        <p:grpSpPr>
          <a:xfrm>
            <a:off x="1182000" y="2143464"/>
            <a:ext cx="9828000" cy="3315166"/>
            <a:chOff x="990139" y="2059589"/>
            <a:chExt cx="10488053" cy="3533740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E1B857C1-C0CA-E921-927C-29C08D4506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50000"/>
            </a:blip>
            <a:srcRect t="16220" b="23999"/>
            <a:stretch>
              <a:fillRect/>
            </a:stretch>
          </p:blipFill>
          <p:spPr>
            <a:xfrm>
              <a:off x="990139" y="2059589"/>
              <a:ext cx="8602379" cy="3533740"/>
            </a:xfrm>
            <a:prstGeom prst="roundRect">
              <a:avLst>
                <a:gd name="adj" fmla="val 7869"/>
              </a:avLst>
            </a:prstGeom>
          </p:spPr>
        </p:pic>
        <p:pic>
          <p:nvPicPr>
            <p:cNvPr id="7" name="Imagen 6" descr="Código QR&#10;&#10;El contenido generado por IA puede ser incorrecto.">
              <a:extLst>
                <a:ext uri="{FF2B5EF4-FFF2-40B4-BE49-F238E27FC236}">
                  <a16:creationId xmlns:a16="http://schemas.microsoft.com/office/drawing/2014/main" id="{CF41DE55-8D79-C06D-0FF9-065A5097BA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58192" y="2114453"/>
              <a:ext cx="3420000" cy="3420000"/>
            </a:xfrm>
            <a:prstGeom prst="roundRect">
              <a:avLst>
                <a:gd name="adj" fmla="val 6450"/>
              </a:avLst>
            </a:prstGeom>
          </p:spPr>
        </p:pic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75809AB2-DE20-9BE8-D6B7-4B1CDF00F53B}"/>
              </a:ext>
            </a:extLst>
          </p:cNvPr>
          <p:cNvSpPr txBox="1"/>
          <p:nvPr/>
        </p:nvSpPr>
        <p:spPr>
          <a:xfrm>
            <a:off x="4563136" y="1458205"/>
            <a:ext cx="3934872" cy="480131"/>
          </a:xfrm>
          <a:prstGeom prst="rect">
            <a:avLst/>
          </a:prstGeom>
        </p:spPr>
        <p:txBody>
          <a:bodyPr/>
          <a:lstStyle>
            <a:defPPr>
              <a:defRPr lang="es-CO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800">
                <a:solidFill>
                  <a:srgbClr val="95339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/>
              <a:t>Descarga el material gratis</a:t>
            </a:r>
          </a:p>
        </p:txBody>
      </p:sp>
      <p:cxnSp>
        <p:nvCxnSpPr>
          <p:cNvPr id="12" name="Conector: angular 11">
            <a:extLst>
              <a:ext uri="{FF2B5EF4-FFF2-40B4-BE49-F238E27FC236}">
                <a16:creationId xmlns:a16="http://schemas.microsoft.com/office/drawing/2014/main" id="{DE9F081D-D6B9-4101-C99C-34A1002721DE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33053" y="2460848"/>
            <a:ext cx="2161742" cy="1077920"/>
          </a:xfrm>
          <a:prstGeom prst="bentConnector3">
            <a:avLst>
              <a:gd name="adj1" fmla="val 100507"/>
            </a:avLst>
          </a:prstGeom>
          <a:ln w="76200">
            <a:solidFill>
              <a:srgbClr val="EA076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53816765-8055-4DA7-E48D-AB22A738B8A6}"/>
              </a:ext>
            </a:extLst>
          </p:cNvPr>
          <p:cNvCxnSpPr/>
          <p:nvPr/>
        </p:nvCxnSpPr>
        <p:spPr>
          <a:xfrm>
            <a:off x="6418757" y="1864345"/>
            <a:ext cx="0" cy="1980000"/>
          </a:xfrm>
          <a:prstGeom prst="line">
            <a:avLst/>
          </a:prstGeom>
          <a:ln w="76200">
            <a:solidFill>
              <a:srgbClr val="EA076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Imagen 19">
            <a:extLst>
              <a:ext uri="{FF2B5EF4-FFF2-40B4-BE49-F238E27FC236}">
                <a16:creationId xmlns:a16="http://schemas.microsoft.com/office/drawing/2014/main" id="{7A5A562B-004A-3F30-AB4E-DCA2A597A8F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218" t="10796" b="-1"/>
          <a:stretch>
            <a:fillRect/>
          </a:stretch>
        </p:blipFill>
        <p:spPr>
          <a:xfrm>
            <a:off x="3576755" y="3943350"/>
            <a:ext cx="1116000" cy="262030"/>
          </a:xfrm>
          <a:prstGeom prst="roundRect">
            <a:avLst>
              <a:gd name="adj" fmla="val 50000"/>
            </a:avLst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03BB20EC-BB9F-401C-D8B0-126A95762B0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55" t="3883" r="2558" b="-2"/>
          <a:stretch>
            <a:fillRect/>
          </a:stretch>
        </p:blipFill>
        <p:spPr>
          <a:xfrm>
            <a:off x="6058757" y="3940216"/>
            <a:ext cx="720000" cy="283045"/>
          </a:xfrm>
          <a:prstGeom prst="roundRect">
            <a:avLst>
              <a:gd name="adj" fmla="val 50000"/>
            </a:avLst>
          </a:prstGeom>
        </p:spPr>
      </p:pic>
    </p:spTree>
    <p:extLst>
      <p:ext uri="{BB962C8B-B14F-4D97-AF65-F5344CB8AC3E}">
        <p14:creationId xmlns:p14="http://schemas.microsoft.com/office/powerpoint/2010/main" val="281795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570F8DF-A5A7-CDDC-1FD8-8080F7013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20814" y="3528520"/>
            <a:ext cx="5366383" cy="2258857"/>
          </a:xfrm>
        </p:spPr>
        <p:txBody>
          <a:bodyPr>
            <a:noAutofit/>
          </a:bodyPr>
          <a:lstStyle/>
          <a:p>
            <a:r>
              <a:rPr lang="es-ES" sz="1400" dirty="0">
                <a:solidFill>
                  <a:srgbClr val="002060"/>
                </a:solidFill>
              </a:rPr>
              <a:t>Andrés Felipe Gallego Muñoz es un experto en Business </a:t>
            </a:r>
            <a:r>
              <a:rPr lang="es-ES" sz="1400" dirty="0" err="1">
                <a:solidFill>
                  <a:srgbClr val="002060"/>
                </a:solidFill>
              </a:rPr>
              <a:t>Intelligence</a:t>
            </a:r>
            <a:r>
              <a:rPr lang="es-ES" sz="1400" dirty="0">
                <a:solidFill>
                  <a:srgbClr val="002060"/>
                </a:solidFill>
              </a:rPr>
              <a:t>, </a:t>
            </a:r>
            <a:r>
              <a:rPr lang="es-ES" sz="1400" dirty="0" err="1">
                <a:solidFill>
                  <a:srgbClr val="002060"/>
                </a:solidFill>
              </a:rPr>
              <a:t>Ingenieria</a:t>
            </a:r>
            <a:r>
              <a:rPr lang="es-ES" sz="1400" dirty="0">
                <a:solidFill>
                  <a:srgbClr val="002060"/>
                </a:solidFill>
              </a:rPr>
              <a:t> de Datos e Inteligencia Artificial aplicada a la educación y los negocios, con más de seis años de experiencia internacional liderando proyectos de análisis, visualización y transformación digital en empresas de Colombia, México, España y Estados Unidos.</a:t>
            </a:r>
          </a:p>
          <a:p>
            <a:r>
              <a:rPr lang="es-ES" sz="1400" dirty="0">
                <a:solidFill>
                  <a:srgbClr val="002060"/>
                </a:solidFill>
              </a:rPr>
              <a:t>Actualmente se desempeña como Data </a:t>
            </a:r>
            <a:r>
              <a:rPr lang="es-ES" sz="1400" dirty="0" err="1">
                <a:solidFill>
                  <a:srgbClr val="002060"/>
                </a:solidFill>
              </a:rPr>
              <a:t>Engineer</a:t>
            </a:r>
            <a:r>
              <a:rPr lang="es-ES" sz="1400" dirty="0">
                <a:solidFill>
                  <a:srgbClr val="002060"/>
                </a:solidFill>
              </a:rPr>
              <a:t>, con un dominio técnico en </a:t>
            </a:r>
            <a:r>
              <a:rPr lang="es-ES" sz="1400" dirty="0" err="1">
                <a:solidFill>
                  <a:srgbClr val="002060"/>
                </a:solidFill>
              </a:rPr>
              <a:t>Power</a:t>
            </a:r>
            <a:r>
              <a:rPr lang="es-ES" sz="1400" dirty="0">
                <a:solidFill>
                  <a:srgbClr val="002060"/>
                </a:solidFill>
              </a:rPr>
              <a:t> BI, Python, SQL, Microsoft </a:t>
            </a:r>
            <a:r>
              <a:rPr lang="es-ES" sz="1400" dirty="0" err="1">
                <a:solidFill>
                  <a:srgbClr val="002060"/>
                </a:solidFill>
              </a:rPr>
              <a:t>Fabric</a:t>
            </a:r>
            <a:r>
              <a:rPr lang="es-ES" sz="1400" dirty="0">
                <a:solidFill>
                  <a:srgbClr val="002060"/>
                </a:solidFill>
              </a:rPr>
              <a:t>, </a:t>
            </a:r>
            <a:r>
              <a:rPr lang="es-ES" sz="1400" dirty="0" err="1">
                <a:solidFill>
                  <a:srgbClr val="002060"/>
                </a:solidFill>
              </a:rPr>
              <a:t>Databricky</a:t>
            </a:r>
            <a:r>
              <a:rPr lang="es-ES" sz="1400" dirty="0">
                <a:solidFill>
                  <a:srgbClr val="002060"/>
                </a:solidFill>
              </a:rPr>
              <a:t>, </a:t>
            </a:r>
            <a:r>
              <a:rPr lang="es-ES" sz="1400" dirty="0" err="1">
                <a:solidFill>
                  <a:srgbClr val="002060"/>
                </a:solidFill>
              </a:rPr>
              <a:t>Snowflake</a:t>
            </a:r>
            <a:r>
              <a:rPr lang="es-ES" sz="1400" dirty="0">
                <a:solidFill>
                  <a:srgbClr val="002060"/>
                </a:solidFill>
              </a:rPr>
              <a:t> entre otras, integrando soluciones analíticas y procesos ETL que facilitan la toma de decisiones estratégicas basadas en datos. Su enfoque combina la optimización de procesos empresariales con la formación en herramientas de IA y analítica avanzada.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CD41315-6BC7-F1D8-EF06-FD26C6D192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9" b="10509"/>
          <a:stretch/>
        </p:blipFill>
        <p:spPr>
          <a:xfrm>
            <a:off x="-2969179" y="-70399"/>
            <a:ext cx="12861316" cy="5804598"/>
          </a:xfrm>
          <a:custGeom>
            <a:avLst/>
            <a:gdLst>
              <a:gd name="connsiteX0" fmla="*/ 0 w 12177089"/>
              <a:gd name="connsiteY0" fmla="*/ 0 h 5495791"/>
              <a:gd name="connsiteX1" fmla="*/ 12177089 w 12177089"/>
              <a:gd name="connsiteY1" fmla="*/ 2 h 5495791"/>
              <a:gd name="connsiteX2" fmla="*/ 12177089 w 12177089"/>
              <a:gd name="connsiteY2" fmla="*/ 50394 h 5495791"/>
              <a:gd name="connsiteX3" fmla="*/ 12170186 w 12177089"/>
              <a:gd name="connsiteY3" fmla="*/ 63511 h 5495791"/>
              <a:gd name="connsiteX4" fmla="*/ 11957839 w 12177089"/>
              <a:gd name="connsiteY4" fmla="*/ 323469 h 5495791"/>
              <a:gd name="connsiteX5" fmla="*/ 7270882 w 12177089"/>
              <a:gd name="connsiteY5" fmla="*/ 5010427 h 5495791"/>
              <a:gd name="connsiteX6" fmla="*/ 4927333 w 12177089"/>
              <a:gd name="connsiteY6" fmla="*/ 5010427 h 5495791"/>
              <a:gd name="connsiteX7" fmla="*/ 240375 w 12177089"/>
              <a:gd name="connsiteY7" fmla="*/ 323469 h 5495791"/>
              <a:gd name="connsiteX8" fmla="*/ 28028 w 12177089"/>
              <a:gd name="connsiteY8" fmla="*/ 63511 h 5495791"/>
              <a:gd name="connsiteX9" fmla="*/ 0 w 12177089"/>
              <a:gd name="connsiteY9" fmla="*/ 10248 h 5495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77089" h="5495791">
                <a:moveTo>
                  <a:pt x="0" y="0"/>
                </a:moveTo>
                <a:lnTo>
                  <a:pt x="12177089" y="2"/>
                </a:lnTo>
                <a:lnTo>
                  <a:pt x="12177089" y="50394"/>
                </a:lnTo>
                <a:lnTo>
                  <a:pt x="12170186" y="63511"/>
                </a:lnTo>
                <a:cubicBezTo>
                  <a:pt x="12109515" y="155398"/>
                  <a:pt x="12038733" y="242576"/>
                  <a:pt x="11957839" y="323469"/>
                </a:cubicBezTo>
                <a:lnTo>
                  <a:pt x="7270882" y="5010427"/>
                </a:lnTo>
                <a:cubicBezTo>
                  <a:pt x="6623730" y="5657580"/>
                  <a:pt x="5574485" y="5657580"/>
                  <a:pt x="4927333" y="5010427"/>
                </a:cubicBezTo>
                <a:lnTo>
                  <a:pt x="240375" y="323469"/>
                </a:lnTo>
                <a:cubicBezTo>
                  <a:pt x="159481" y="242576"/>
                  <a:pt x="88697" y="155400"/>
                  <a:pt x="28028" y="63511"/>
                </a:cubicBezTo>
                <a:lnTo>
                  <a:pt x="0" y="10248"/>
                </a:lnTo>
                <a:close/>
              </a:path>
            </a:pathLst>
          </a:custGeom>
        </p:spPr>
      </p:pic>
      <p:grpSp>
        <p:nvGrpSpPr>
          <p:cNvPr id="19" name="Grupo 18">
            <a:extLst>
              <a:ext uri="{FF2B5EF4-FFF2-40B4-BE49-F238E27FC236}">
                <a16:creationId xmlns:a16="http://schemas.microsoft.com/office/drawing/2014/main" id="{0FC83F48-5F67-C55D-3BF0-09C87F39F602}"/>
              </a:ext>
            </a:extLst>
          </p:cNvPr>
          <p:cNvGrpSpPr>
            <a:grpSpLocks noChangeAspect="1"/>
          </p:cNvGrpSpPr>
          <p:nvPr/>
        </p:nvGrpSpPr>
        <p:grpSpPr>
          <a:xfrm>
            <a:off x="4819833" y="2447304"/>
            <a:ext cx="1656000" cy="1506570"/>
            <a:chOff x="4292168" y="1966127"/>
            <a:chExt cx="2730362" cy="2484000"/>
          </a:xfrm>
        </p:grpSpPr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A1B4B83B-F10E-E862-9AA8-57EC10DD93BE}"/>
                </a:ext>
              </a:extLst>
            </p:cNvPr>
            <p:cNvSpPr>
              <a:spLocks noChangeAspect="1"/>
            </p:cNvSpPr>
            <p:nvPr/>
          </p:nvSpPr>
          <p:spPr>
            <a:xfrm rot="2700000" flipV="1">
              <a:off x="4292168" y="1966127"/>
              <a:ext cx="2484000" cy="2484000"/>
            </a:xfrm>
            <a:custGeom>
              <a:avLst/>
              <a:gdLst>
                <a:gd name="connsiteX0" fmla="*/ 0 w 3145728"/>
                <a:gd name="connsiteY0" fmla="*/ 3125834 h 3145728"/>
                <a:gd name="connsiteX1" fmla="*/ 3125835 w 3145728"/>
                <a:gd name="connsiteY1" fmla="*/ 0 h 3145728"/>
                <a:gd name="connsiteX2" fmla="*/ 3133538 w 3145728"/>
                <a:gd name="connsiteY2" fmla="*/ 24817 h 3145728"/>
                <a:gd name="connsiteX3" fmla="*/ 3145728 w 3145728"/>
                <a:gd name="connsiteY3" fmla="*/ 145740 h 3145728"/>
                <a:gd name="connsiteX4" fmla="*/ 3145728 w 3145728"/>
                <a:gd name="connsiteY4" fmla="*/ 2545716 h 3145728"/>
                <a:gd name="connsiteX5" fmla="*/ 2545716 w 3145728"/>
                <a:gd name="connsiteY5" fmla="*/ 3145728 h 3145728"/>
                <a:gd name="connsiteX6" fmla="*/ 145740 w 3145728"/>
                <a:gd name="connsiteY6" fmla="*/ 3145728 h 3145728"/>
                <a:gd name="connsiteX7" fmla="*/ 24817 w 3145728"/>
                <a:gd name="connsiteY7" fmla="*/ 3133538 h 3145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45728" h="3145728">
                  <a:moveTo>
                    <a:pt x="0" y="3125834"/>
                  </a:moveTo>
                  <a:lnTo>
                    <a:pt x="3125835" y="0"/>
                  </a:lnTo>
                  <a:lnTo>
                    <a:pt x="3133538" y="24817"/>
                  </a:lnTo>
                  <a:cubicBezTo>
                    <a:pt x="3141530" y="63876"/>
                    <a:pt x="3145728" y="104318"/>
                    <a:pt x="3145728" y="145740"/>
                  </a:cubicBezTo>
                  <a:lnTo>
                    <a:pt x="3145728" y="2545716"/>
                  </a:lnTo>
                  <a:cubicBezTo>
                    <a:pt x="3145728" y="2877093"/>
                    <a:pt x="2877093" y="3145728"/>
                    <a:pt x="2545716" y="3145728"/>
                  </a:cubicBezTo>
                  <a:lnTo>
                    <a:pt x="145740" y="3145728"/>
                  </a:lnTo>
                  <a:cubicBezTo>
                    <a:pt x="104318" y="3145728"/>
                    <a:pt x="63876" y="3141531"/>
                    <a:pt x="24817" y="3133538"/>
                  </a:cubicBezTo>
                  <a:close/>
                </a:path>
              </a:pathLst>
            </a:custGeom>
            <a:solidFill>
              <a:srgbClr val="73277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CO" dirty="0">
                <a:solidFill>
                  <a:srgbClr val="FFFFFF"/>
                </a:solidFill>
                <a:latin typeface="Century Gothic"/>
              </a:endParaRPr>
            </a:p>
          </p:txBody>
        </p: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59224CFC-1C49-3C99-6FDD-BD4C691A483D}"/>
                </a:ext>
              </a:extLst>
            </p:cNvPr>
            <p:cNvSpPr>
              <a:spLocks noChangeAspect="1"/>
            </p:cNvSpPr>
            <p:nvPr/>
          </p:nvSpPr>
          <p:spPr>
            <a:xfrm rot="2700000" flipV="1">
              <a:off x="5776695" y="3081201"/>
              <a:ext cx="547670" cy="1944000"/>
            </a:xfrm>
            <a:custGeom>
              <a:avLst/>
              <a:gdLst>
                <a:gd name="connsiteX0" fmla="*/ 9960 w 547670"/>
                <a:gd name="connsiteY0" fmla="*/ 1944000 h 1944000"/>
                <a:gd name="connsiteX1" fmla="*/ 176874 w 547670"/>
                <a:gd name="connsiteY1" fmla="*/ 1944000 h 1944000"/>
                <a:gd name="connsiteX2" fmla="*/ 547670 w 547670"/>
                <a:gd name="connsiteY2" fmla="*/ 1573204 h 1944000"/>
                <a:gd name="connsiteX3" fmla="*/ 547670 w 547670"/>
                <a:gd name="connsiteY3" fmla="*/ 90064 h 1944000"/>
                <a:gd name="connsiteX4" fmla="*/ 540137 w 547670"/>
                <a:gd name="connsiteY4" fmla="*/ 15337 h 1944000"/>
                <a:gd name="connsiteX5" fmla="*/ 535376 w 547670"/>
                <a:gd name="connsiteY5" fmla="*/ 0 h 1944000"/>
                <a:gd name="connsiteX6" fmla="*/ 0 w 547670"/>
                <a:gd name="connsiteY6" fmla="*/ 535376 h 1944000"/>
                <a:gd name="connsiteX7" fmla="*/ 334 w 547670"/>
                <a:gd name="connsiteY7" fmla="*/ 536450 h 1944000"/>
                <a:gd name="connsiteX8" fmla="*/ 9960 w 547670"/>
                <a:gd name="connsiteY8" fmla="*/ 631936 h 194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47670" h="1944000">
                  <a:moveTo>
                    <a:pt x="9960" y="1944000"/>
                  </a:moveTo>
                  <a:lnTo>
                    <a:pt x="176874" y="1944000"/>
                  </a:lnTo>
                  <a:cubicBezTo>
                    <a:pt x="381659" y="1944000"/>
                    <a:pt x="547670" y="1777989"/>
                    <a:pt x="547670" y="1573204"/>
                  </a:cubicBezTo>
                  <a:lnTo>
                    <a:pt x="547670" y="90064"/>
                  </a:lnTo>
                  <a:cubicBezTo>
                    <a:pt x="547670" y="64467"/>
                    <a:pt x="545076" y="39474"/>
                    <a:pt x="540137" y="15337"/>
                  </a:cubicBezTo>
                  <a:lnTo>
                    <a:pt x="535376" y="0"/>
                  </a:lnTo>
                  <a:lnTo>
                    <a:pt x="0" y="535376"/>
                  </a:lnTo>
                  <a:lnTo>
                    <a:pt x="334" y="536450"/>
                  </a:lnTo>
                  <a:cubicBezTo>
                    <a:pt x="6645" y="567293"/>
                    <a:pt x="9959" y="599227"/>
                    <a:pt x="9960" y="631936"/>
                  </a:cubicBezTo>
                  <a:close/>
                </a:path>
              </a:pathLst>
            </a:custGeom>
            <a:solidFill>
              <a:srgbClr val="73277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CO" dirty="0">
                <a:solidFill>
                  <a:srgbClr val="FFFFFF"/>
                </a:solidFill>
                <a:latin typeface="Century Gothic"/>
              </a:endParaRPr>
            </a:p>
          </p:txBody>
        </p:sp>
      </p:grpSp>
      <p:sp>
        <p:nvSpPr>
          <p:cNvPr id="17" name="Forma libre: forma 16">
            <a:extLst>
              <a:ext uri="{FF2B5EF4-FFF2-40B4-BE49-F238E27FC236}">
                <a16:creationId xmlns:a16="http://schemas.microsoft.com/office/drawing/2014/main" id="{0D39EF88-B1BB-915D-5462-247DFD39C630}"/>
              </a:ext>
            </a:extLst>
          </p:cNvPr>
          <p:cNvSpPr>
            <a:spLocks noChangeAspect="1"/>
          </p:cNvSpPr>
          <p:nvPr/>
        </p:nvSpPr>
        <p:spPr>
          <a:xfrm rot="2700000" flipV="1">
            <a:off x="5064298" y="2724249"/>
            <a:ext cx="1008000" cy="1008000"/>
          </a:xfrm>
          <a:custGeom>
            <a:avLst/>
            <a:gdLst>
              <a:gd name="connsiteX0" fmla="*/ 0 w 3145728"/>
              <a:gd name="connsiteY0" fmla="*/ 3125834 h 3145728"/>
              <a:gd name="connsiteX1" fmla="*/ 3125835 w 3145728"/>
              <a:gd name="connsiteY1" fmla="*/ 0 h 3145728"/>
              <a:gd name="connsiteX2" fmla="*/ 3133538 w 3145728"/>
              <a:gd name="connsiteY2" fmla="*/ 24817 h 3145728"/>
              <a:gd name="connsiteX3" fmla="*/ 3145728 w 3145728"/>
              <a:gd name="connsiteY3" fmla="*/ 145740 h 3145728"/>
              <a:gd name="connsiteX4" fmla="*/ 3145728 w 3145728"/>
              <a:gd name="connsiteY4" fmla="*/ 2545716 h 3145728"/>
              <a:gd name="connsiteX5" fmla="*/ 2545716 w 3145728"/>
              <a:gd name="connsiteY5" fmla="*/ 3145728 h 3145728"/>
              <a:gd name="connsiteX6" fmla="*/ 145740 w 3145728"/>
              <a:gd name="connsiteY6" fmla="*/ 3145728 h 3145728"/>
              <a:gd name="connsiteX7" fmla="*/ 24817 w 3145728"/>
              <a:gd name="connsiteY7" fmla="*/ 3133538 h 3145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45728" h="3145728">
                <a:moveTo>
                  <a:pt x="0" y="3125834"/>
                </a:moveTo>
                <a:lnTo>
                  <a:pt x="3125835" y="0"/>
                </a:lnTo>
                <a:lnTo>
                  <a:pt x="3133538" y="24817"/>
                </a:lnTo>
                <a:cubicBezTo>
                  <a:pt x="3141530" y="63876"/>
                  <a:pt x="3145728" y="104318"/>
                  <a:pt x="3145728" y="145740"/>
                </a:cubicBezTo>
                <a:lnTo>
                  <a:pt x="3145728" y="2545716"/>
                </a:lnTo>
                <a:cubicBezTo>
                  <a:pt x="3145728" y="2877093"/>
                  <a:pt x="2877093" y="3145728"/>
                  <a:pt x="2545716" y="3145728"/>
                </a:cubicBezTo>
                <a:lnTo>
                  <a:pt x="145740" y="3145728"/>
                </a:lnTo>
                <a:cubicBezTo>
                  <a:pt x="104318" y="3145728"/>
                  <a:pt x="63876" y="3141531"/>
                  <a:pt x="24817" y="3133538"/>
                </a:cubicBezTo>
                <a:close/>
              </a:path>
            </a:pathLst>
          </a:cu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O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B8203CE-09EF-C3F2-459C-038A9850D438}"/>
              </a:ext>
            </a:extLst>
          </p:cNvPr>
          <p:cNvSpPr txBox="1"/>
          <p:nvPr/>
        </p:nvSpPr>
        <p:spPr>
          <a:xfrm>
            <a:off x="7154469" y="2890291"/>
            <a:ext cx="4502687" cy="59093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500" b="1">
                <a:solidFill>
                  <a:srgbClr val="322944"/>
                </a:solidFill>
                <a:latin typeface="Oswald" panose="00000500000000000000" pitchFamily="2" charset="0"/>
                <a:ea typeface="+mj-ea"/>
                <a:cs typeface="+mj-cs"/>
              </a:defRPr>
            </a:lvl1pPr>
          </a:lstStyle>
          <a:p>
            <a:r>
              <a:rPr lang="es-CO" sz="1900" dirty="0"/>
              <a:t>https://www.linkedin.com/in/andresgallegom/</a:t>
            </a:r>
          </a:p>
        </p:txBody>
      </p:sp>
      <p:pic>
        <p:nvPicPr>
          <p:cNvPr id="1026" name="Picture 2" descr="LinkedIn - Aplicaciones de Microsoft">
            <a:extLst>
              <a:ext uri="{FF2B5EF4-FFF2-40B4-BE49-F238E27FC236}">
                <a16:creationId xmlns:a16="http://schemas.microsoft.com/office/drawing/2014/main" id="{0B8E6BFC-EDC6-730C-D2EF-C01DFD186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8333" y="2872836"/>
            <a:ext cx="612000" cy="61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989C4E1A-8D07-91FE-DDEC-8FA38444A2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5072" y="1272654"/>
            <a:ext cx="1559246" cy="1559246"/>
          </a:xfrm>
          <a:prstGeom prst="rect">
            <a:avLst/>
          </a:prstGeom>
        </p:spPr>
      </p:pic>
      <p:pic>
        <p:nvPicPr>
          <p:cNvPr id="7" name="Imagen 6" descr="Texto, Icono&#10;&#10;El contenido generado por IA puede ser incorrecto.">
            <a:extLst>
              <a:ext uri="{FF2B5EF4-FFF2-40B4-BE49-F238E27FC236}">
                <a16:creationId xmlns:a16="http://schemas.microsoft.com/office/drawing/2014/main" id="{F7A4C29D-C7E8-7FC8-657C-CCC3FFA025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612" y="1278210"/>
            <a:ext cx="1559246" cy="1667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229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7CF43-247F-C438-43B4-6C15DCC43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57114-38FB-46CB-8F12-DF7B5963D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0"/>
            <a:ext cx="11823032" cy="1090863"/>
          </a:xfrm>
        </p:spPr>
        <p:txBody>
          <a:bodyPr/>
          <a:lstStyle/>
          <a:p>
            <a:r>
              <a:rPr lang="es-ES" dirty="0"/>
              <a:t>¿Qué es una API? (El Puente Digital)</a:t>
            </a:r>
            <a:endParaRPr lang="es-CO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624C6D3-93FE-98C7-C89B-D1C78DC5D525}"/>
              </a:ext>
            </a:extLst>
          </p:cNvPr>
          <p:cNvSpPr txBox="1"/>
          <p:nvPr/>
        </p:nvSpPr>
        <p:spPr>
          <a:xfrm>
            <a:off x="3016771" y="3278062"/>
            <a:ext cx="6123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061B632-71C9-61C1-482E-3ADE62E42C63}"/>
              </a:ext>
            </a:extLst>
          </p:cNvPr>
          <p:cNvSpPr txBox="1"/>
          <p:nvPr/>
        </p:nvSpPr>
        <p:spPr>
          <a:xfrm>
            <a:off x="1113020" y="1090863"/>
            <a:ext cx="76262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>
                <a:effectLst/>
              </a:rPr>
              <a:t>Una API (Application Programming Interface) es un conjunto de reglas que permite que dos aplicaciones se comuniquen entre sí.</a:t>
            </a:r>
            <a:endParaRPr lang="es-CO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A4A072BD-3F28-CF06-C5E7-119BFA5F843D}"/>
              </a:ext>
            </a:extLst>
          </p:cNvPr>
          <p:cNvSpPr/>
          <p:nvPr/>
        </p:nvSpPr>
        <p:spPr>
          <a:xfrm>
            <a:off x="1113020" y="1903751"/>
            <a:ext cx="1765091" cy="277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Analogía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8089985-0D60-A17C-4BB7-B9DF3CE8D391}"/>
              </a:ext>
            </a:extLst>
          </p:cNvPr>
          <p:cNvSpPr txBox="1"/>
          <p:nvPr/>
        </p:nvSpPr>
        <p:spPr>
          <a:xfrm>
            <a:off x="1113020" y="2431518"/>
            <a:ext cx="61234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dirty="0">
                <a:effectLst/>
              </a:rPr>
              <a:t>Imagina que la API es el camarero en un restaurante. Tú (el cliente) no entras a la cocina a preparar la comida (los datos); tú le das un pedido al camarero, él lleva la instrucción a la cocina y te trae el resultado de vuelta.</a:t>
            </a:r>
            <a:endParaRPr lang="es-CO" dirty="0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C79823BD-5542-4F47-C517-BA046BDEDDD4}"/>
              </a:ext>
            </a:extLst>
          </p:cNvPr>
          <p:cNvSpPr/>
          <p:nvPr/>
        </p:nvSpPr>
        <p:spPr>
          <a:xfrm>
            <a:off x="1113020" y="3742651"/>
            <a:ext cx="1765091" cy="277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En Datos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F6C3A95-5692-4C05-1245-559AA0091AFF}"/>
              </a:ext>
            </a:extLst>
          </p:cNvPr>
          <p:cNvSpPr txBox="1"/>
          <p:nvPr/>
        </p:nvSpPr>
        <p:spPr>
          <a:xfrm>
            <a:off x="1113020" y="4326171"/>
            <a:ext cx="61234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dirty="0">
                <a:effectLst/>
              </a:rPr>
              <a:t>Es la "puerta de entrada" estandarizada para solicitar información de un sistema sin necesidad de conocer cómo está construida su base de datos interna.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14071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309E1-5862-6A32-BFF4-1B4316432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63212D-A843-14D2-E906-2A0C55605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0"/>
            <a:ext cx="11823032" cy="1090863"/>
          </a:xfrm>
        </p:spPr>
        <p:txBody>
          <a:bodyPr/>
          <a:lstStyle/>
          <a:p>
            <a:r>
              <a:rPr lang="es-ES" dirty="0"/>
              <a:t>La Importancia en la Integración e Interoperabilidad</a:t>
            </a:r>
            <a:endParaRPr lang="es-CO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8031CA8-4BA0-2456-1C27-9DE664FA4007}"/>
              </a:ext>
            </a:extLst>
          </p:cNvPr>
          <p:cNvSpPr txBox="1"/>
          <p:nvPr/>
        </p:nvSpPr>
        <p:spPr>
          <a:xfrm>
            <a:off x="3016771" y="3278062"/>
            <a:ext cx="6123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EDDFDC5-5F25-F857-CAB9-4F54EB3BFF17}"/>
              </a:ext>
            </a:extLst>
          </p:cNvPr>
          <p:cNvSpPr txBox="1"/>
          <p:nvPr/>
        </p:nvSpPr>
        <p:spPr>
          <a:xfrm>
            <a:off x="1113020" y="1090863"/>
            <a:ext cx="76262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Usar </a:t>
            </a:r>
            <a:r>
              <a:rPr lang="es-ES" dirty="0" err="1"/>
              <a:t>APIs</a:t>
            </a:r>
            <a:r>
              <a:rPr lang="es-ES" dirty="0"/>
              <a:t> como fuente de datos no es solo una elección técnica, es una estrategia de arquitectura:</a:t>
            </a:r>
            <a:endParaRPr lang="es-CO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32C309D-AF3B-D904-1DB9-EC27DFB7BC7C}"/>
              </a:ext>
            </a:extLst>
          </p:cNvPr>
          <p:cNvSpPr/>
          <p:nvPr/>
        </p:nvSpPr>
        <p:spPr>
          <a:xfrm>
            <a:off x="1113020" y="1903751"/>
            <a:ext cx="1765091" cy="277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Integración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6E9242B-F3E0-5B9A-6559-62059B5BA8AE}"/>
              </a:ext>
            </a:extLst>
          </p:cNvPr>
          <p:cNvSpPr txBox="1"/>
          <p:nvPr/>
        </p:nvSpPr>
        <p:spPr>
          <a:xfrm>
            <a:off x="1113020" y="2431518"/>
            <a:ext cx="61234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Permite que sistemas heterogéneos (un CRM como Salesforce y un Data Lake como S3) hablen el mismo idioma (generalmente JSON o XML).</a:t>
            </a:r>
            <a:endParaRPr lang="es-CO" dirty="0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312E32EA-2739-593B-D8A0-9F7106058400}"/>
              </a:ext>
            </a:extLst>
          </p:cNvPr>
          <p:cNvSpPr/>
          <p:nvPr/>
        </p:nvSpPr>
        <p:spPr>
          <a:xfrm>
            <a:off x="1113020" y="3742651"/>
            <a:ext cx="1765091" cy="277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En Datos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53E0587-3445-871A-3057-A1810AE7F763}"/>
              </a:ext>
            </a:extLst>
          </p:cNvPr>
          <p:cNvSpPr txBox="1"/>
          <p:nvPr/>
        </p:nvSpPr>
        <p:spPr>
          <a:xfrm>
            <a:off x="1113020" y="4326171"/>
            <a:ext cx="61234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Es la capacidad de los sistemas para intercambiar y utilizar información de manera útil. Las </a:t>
            </a:r>
            <a:r>
              <a:rPr lang="es-ES" dirty="0" err="1"/>
              <a:t>APIs</a:t>
            </a:r>
            <a:r>
              <a:rPr lang="es-ES" dirty="0"/>
              <a:t> eliminan los "silos" de datos, permitiendo que la información fluya entre nubes y proveedores distintos (</a:t>
            </a:r>
            <a:r>
              <a:rPr lang="es-ES" dirty="0" err="1"/>
              <a:t>Multi-cloud</a:t>
            </a:r>
            <a:r>
              <a:rPr lang="es-ES" dirty="0"/>
              <a:t>).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34593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60489-D755-84D1-522D-8C9EDA1B7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23CC2B-6EF4-1E6E-13E0-B026B55A1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0"/>
            <a:ext cx="11823032" cy="1090863"/>
          </a:xfrm>
        </p:spPr>
        <p:txBody>
          <a:bodyPr/>
          <a:lstStyle/>
          <a:p>
            <a:r>
              <a:rPr lang="es-ES" dirty="0"/>
              <a:t>Evolución: Del "Acoplamiento Fuerte" a las </a:t>
            </a:r>
            <a:r>
              <a:rPr lang="es-ES" dirty="0" err="1"/>
              <a:t>APIs</a:t>
            </a:r>
            <a:r>
              <a:rPr lang="es-ES" dirty="0"/>
              <a:t> de Propósito General</a:t>
            </a:r>
            <a:endParaRPr lang="es-CO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6F07D2E-B36A-B0F0-C5A1-86E6F075F33E}"/>
              </a:ext>
            </a:extLst>
          </p:cNvPr>
          <p:cNvSpPr txBox="1"/>
          <p:nvPr/>
        </p:nvSpPr>
        <p:spPr>
          <a:xfrm>
            <a:off x="3016771" y="3278062"/>
            <a:ext cx="6123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C041FCC-2C56-518F-02B6-21CD3CD86224}"/>
              </a:ext>
            </a:extLst>
          </p:cNvPr>
          <p:cNvSpPr txBox="1"/>
          <p:nvPr/>
        </p:nvSpPr>
        <p:spPr>
          <a:xfrm>
            <a:off x="1113020" y="968587"/>
            <a:ext cx="76262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Tradicionalmente, las empresas hacían conexiones directas a bases de datos (JDBC/ODBC). Sin embargo, hoy se prefiere la integración progresiva mediante </a:t>
            </a:r>
            <a:r>
              <a:rPr lang="es-ES" dirty="0" err="1"/>
              <a:t>APIs</a:t>
            </a:r>
            <a:r>
              <a:rPr lang="es-ES" dirty="0"/>
              <a:t> por tres razones:</a:t>
            </a:r>
            <a:endParaRPr lang="es-CO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BBD9EB7B-4481-28E0-C568-D69DBCD6E8ED}"/>
              </a:ext>
            </a:extLst>
          </p:cNvPr>
          <p:cNvSpPr/>
          <p:nvPr/>
        </p:nvSpPr>
        <p:spPr>
          <a:xfrm>
            <a:off x="1113020" y="1903751"/>
            <a:ext cx="1765091" cy="277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Seguridad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6F6DC2F-7A5B-61C8-DC90-F5B03E11F269}"/>
              </a:ext>
            </a:extLst>
          </p:cNvPr>
          <p:cNvSpPr txBox="1"/>
          <p:nvPr/>
        </p:nvSpPr>
        <p:spPr>
          <a:xfrm>
            <a:off x="1113019" y="2431518"/>
            <a:ext cx="68317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No expones tus tablas ni credenciales de base de datos; expones un "punto final" controlado.</a:t>
            </a:r>
            <a:endParaRPr lang="es-CO" dirty="0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857D48F8-14B9-5D95-58BD-296424DFD41E}"/>
              </a:ext>
            </a:extLst>
          </p:cNvPr>
          <p:cNvSpPr/>
          <p:nvPr/>
        </p:nvSpPr>
        <p:spPr>
          <a:xfrm>
            <a:off x="1113019" y="3151025"/>
            <a:ext cx="1765091" cy="277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Mantenibilidad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66AAE29-3AE9-8AA4-196E-A137197D9CC7}"/>
              </a:ext>
            </a:extLst>
          </p:cNvPr>
          <p:cNvSpPr txBox="1"/>
          <p:nvPr/>
        </p:nvSpPr>
        <p:spPr>
          <a:xfrm>
            <a:off x="1113018" y="4706795"/>
            <a:ext cx="72814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No necesitas saber si los datos vienen de un SQL, NoSQL o un archivo plano; la API te los entrega listos para consumir.</a:t>
            </a:r>
            <a:endParaRPr lang="es-CO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D8B6B7A8-E967-2753-3FFF-76B7706113EF}"/>
              </a:ext>
            </a:extLst>
          </p:cNvPr>
          <p:cNvSpPr/>
          <p:nvPr/>
        </p:nvSpPr>
        <p:spPr>
          <a:xfrm>
            <a:off x="1113019" y="4305027"/>
            <a:ext cx="1765091" cy="277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Abstracción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B14563B-F956-1EC1-C16A-993AEEB394B7}"/>
              </a:ext>
            </a:extLst>
          </p:cNvPr>
          <p:cNvSpPr txBox="1"/>
          <p:nvPr/>
        </p:nvSpPr>
        <p:spPr>
          <a:xfrm>
            <a:off x="1113019" y="3608626"/>
            <a:ext cx="72814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Si cambias la estructura de tu base de datos interna, la API sigue entregando los mismos campos, por lo que el pipeline del cliente no se rompe.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87361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A226F4-1423-E8C5-D4E2-3B6532F33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Historia de Microsoft </a:t>
            </a:r>
            <a:r>
              <a:rPr lang="es-CO" dirty="0" err="1"/>
              <a:t>Fabric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B850AB-3271-3421-66CC-2DF388A24F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O" dirty="0">
                <a:hlinkClick r:id="rId2"/>
              </a:rPr>
              <a:t>https://www.canva.com/design/DAHA2g52F0c/oHVv2mknZz2HfMBO69cQQQ/edit</a:t>
            </a:r>
            <a:endParaRPr lang="es-CO" dirty="0"/>
          </a:p>
          <a:p>
            <a:endParaRPr lang="es-CO" dirty="0"/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9DA6AC8D-0F86-CEED-BDEA-144470984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36" y="1699121"/>
            <a:ext cx="10168328" cy="385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915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07EA9C-F302-54BF-0C8C-EB08E3CA0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PD: el dinero nunca deja de rentar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CE7C5D7-66D2-DB26-55C1-F7D0E6486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O"/>
          </a:p>
        </p:txBody>
      </p:sp>
      <p:pic>
        <p:nvPicPr>
          <p:cNvPr id="8" name="Imagen 7" descr="Diagrama">
            <a:extLst>
              <a:ext uri="{FF2B5EF4-FFF2-40B4-BE49-F238E27FC236}">
                <a16:creationId xmlns:a16="http://schemas.microsoft.com/office/drawing/2014/main" id="{819D3F32-52D3-A213-B8C0-7BF2311AD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711" y="773640"/>
            <a:ext cx="9736815" cy="456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048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5DEC1-8CB8-A7BB-47B9-D596B7799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38E5293-36F8-6387-66A6-9F7AB0CB3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PD: el dinero nunca deja de rentar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BCC8601-5832-71F1-29BF-6E9613F96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O"/>
          </a:p>
        </p:txBody>
      </p:sp>
      <p:pic>
        <p:nvPicPr>
          <p:cNvPr id="4" name="Imagen 3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2ACA9ED7-BC01-5425-2250-1969193F3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43" y="574951"/>
            <a:ext cx="11847269" cy="5226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244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379C5-80E9-2D84-A76C-46E52BAEC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B33932-8984-4413-8367-2B59871F5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PD: el dinero nunca deja de rentar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2DEBA44-69F5-0C41-EFD5-2C6C8ADFA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O"/>
          </a:p>
        </p:txBody>
      </p:sp>
      <p:pic>
        <p:nvPicPr>
          <p:cNvPr id="5" name="Imagen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9D1EB5BF-6553-4A8C-5056-EDBEE71CD6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448" y="0"/>
            <a:ext cx="10515600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134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8CD89-FE2B-3C29-5032-C2BDA0BDB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C3DBA64-A543-8F33-9E7B-696C22BA7F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PD: el dinero nunca deja de rentar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1934E1E-A1C4-6F37-8B14-4D1E0DE768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O"/>
          </a:p>
        </p:txBody>
      </p:sp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32343307-236A-8466-3C43-0F0472F7B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013" y="253698"/>
            <a:ext cx="5456469" cy="5695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814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4313E-7F5D-8FDF-219C-9D3150B51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6A5542-5216-107D-F541-866CDEAAF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PD: el dinero nunca deja de rentar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7381F8C-99E3-B40E-1CD6-DBA9DE36B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O"/>
          </a:p>
        </p:txBody>
      </p:sp>
      <p:pic>
        <p:nvPicPr>
          <p:cNvPr id="4" name="Imagen 3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BC90C866-1E7B-B651-0517-4023D6AB5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49" y="174624"/>
            <a:ext cx="10305843" cy="5797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130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35036-25F0-93EC-0E39-71024F49B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FFB5CC-7315-F8D7-12B3-05A7E79BB3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PD: el dinero nunca deja de rentar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27BF308-D621-D597-5BFA-38A04A77B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O"/>
          </a:p>
        </p:txBody>
      </p:sp>
      <p:pic>
        <p:nvPicPr>
          <p:cNvPr id="4" name="Imagen 3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8BF1C58C-EA1B-61F7-0425-A4714CBED5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858"/>
            <a:ext cx="10672235" cy="600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719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6282A-BB81-7562-C4FE-2CDB97723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FB953C0-665A-2DE9-6E39-3E5E433EBA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PD: el dinero nunca deja de rentar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953B655-61D3-6CED-51EB-AB5E48F35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O"/>
          </a:p>
        </p:txBody>
      </p:sp>
      <p:pic>
        <p:nvPicPr>
          <p:cNvPr id="4" name="Imagen 3" descr="Tabla&#10;&#10;El contenido generado por IA puede ser incorrecto.">
            <a:extLst>
              <a:ext uri="{FF2B5EF4-FFF2-40B4-BE49-F238E27FC236}">
                <a16:creationId xmlns:a16="http://schemas.microsoft.com/office/drawing/2014/main" id="{EB9C4303-546D-089C-5590-8AA249CE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448" y="0"/>
            <a:ext cx="10117598" cy="5691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8839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9DC04-8EF5-4C04-7421-449978B7A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8AA20D-344F-F9E6-AEAE-4B31BE9505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PD: el dinero nunca deja de rentar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0F2E902-CAFC-27C4-C0BB-60C7776CA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O"/>
          </a:p>
        </p:txBody>
      </p:sp>
      <p:pic>
        <p:nvPicPr>
          <p:cNvPr id="4" name="Imagen 3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1E1A9267-4A1A-56BA-A3E1-D952B58208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37" y="427"/>
            <a:ext cx="10515600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632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C97D9-7765-61F6-B1AC-4B5DCE0CA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5E2DC15-7155-C740-5C6D-35C8311931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PD: el dinero nunca deja de rentar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0C2D1CF-3462-7313-E81A-DDBDD3DC8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O"/>
          </a:p>
        </p:txBody>
      </p:sp>
      <p:pic>
        <p:nvPicPr>
          <p:cNvPr id="4" name="Imagen 3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FBA57C2E-B2F0-71B4-7075-0809D8E4B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046" y="0"/>
            <a:ext cx="10317468" cy="5803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167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2A86F-6B6C-F184-BA7D-2BEEC03E8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2C2F65A-E482-98DF-6A95-931A79F59F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PD: el dinero nunca deja de rentar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AF4691F-CCA3-DBAE-5DA5-473D8A1B2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B5E982-9DA8-FB2A-20B1-8973618816E3}"/>
              </a:ext>
            </a:extLst>
          </p:cNvPr>
          <p:cNvSpPr txBox="1"/>
          <p:nvPr/>
        </p:nvSpPr>
        <p:spPr>
          <a:xfrm>
            <a:off x="1982450" y="768350"/>
            <a:ext cx="30792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s-CO" sz="5400" b="1" i="0" cap="all" dirty="0">
                <a:solidFill>
                  <a:srgbClr val="1C3E6D"/>
                </a:solidFill>
                <a:effectLst/>
              </a:rPr>
              <a:t>Gracias</a:t>
            </a:r>
            <a:endParaRPr lang="es-CO" sz="5400" cap="all" dirty="0">
              <a:effectLst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ED9A49A-E060-3989-4247-7840F436F064}"/>
              </a:ext>
            </a:extLst>
          </p:cNvPr>
          <p:cNvSpPr txBox="1"/>
          <p:nvPr/>
        </p:nvSpPr>
        <p:spPr>
          <a:xfrm>
            <a:off x="1395282" y="3940874"/>
            <a:ext cx="52641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https://www.skool.com/microsoft-fabric-en-espanol-2398</a:t>
            </a:r>
          </a:p>
        </p:txBody>
      </p:sp>
      <p:pic>
        <p:nvPicPr>
          <p:cNvPr id="10" name="Imagen 9" descr="Código QR&#10;&#10;El contenido generado por IA puede ser incorrecto.">
            <a:extLst>
              <a:ext uri="{FF2B5EF4-FFF2-40B4-BE49-F238E27FC236}">
                <a16:creationId xmlns:a16="http://schemas.microsoft.com/office/drawing/2014/main" id="{1829A6CC-6256-5FCB-91F7-B28A1041EE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392" y="171884"/>
            <a:ext cx="3665409" cy="5498114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A4EE7315-5107-09DF-1086-69A154517686}"/>
              </a:ext>
            </a:extLst>
          </p:cNvPr>
          <p:cNvSpPr txBox="1"/>
          <p:nvPr/>
        </p:nvSpPr>
        <p:spPr>
          <a:xfrm>
            <a:off x="1329025" y="2228671"/>
            <a:ext cx="526415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dirty="0"/>
              <a:t>Comunidad de Microsoft </a:t>
            </a:r>
            <a:r>
              <a:rPr lang="es-CO" sz="3200" dirty="0" err="1"/>
              <a:t>Fabric</a:t>
            </a:r>
            <a:r>
              <a:rPr lang="es-CO" sz="3200" dirty="0"/>
              <a:t> en Español</a:t>
            </a:r>
          </a:p>
        </p:txBody>
      </p:sp>
    </p:spTree>
    <p:extLst>
      <p:ext uri="{BB962C8B-B14F-4D97-AF65-F5344CB8AC3E}">
        <p14:creationId xmlns:p14="http://schemas.microsoft.com/office/powerpoint/2010/main" val="20142336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153A3-B75D-879B-778A-5CEE7C93E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23E37D8-DA8D-900F-91D0-748E5BF7D0BF}"/>
              </a:ext>
            </a:extLst>
          </p:cNvPr>
          <p:cNvSpPr txBox="1">
            <a:spLocks/>
          </p:cNvSpPr>
          <p:nvPr/>
        </p:nvSpPr>
        <p:spPr>
          <a:xfrm>
            <a:off x="1182000" y="1576251"/>
            <a:ext cx="2385928" cy="5232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2800" dirty="0">
                <a:solidFill>
                  <a:srgbClr val="322944"/>
                </a:solidFill>
              </a:rPr>
              <a:t>Regístrate</a:t>
            </a:r>
          </a:p>
        </p:txBody>
      </p:sp>
      <p:sp>
        <p:nvSpPr>
          <p:cNvPr id="3" name="CuadroTexto 2">
            <a:hlinkClick r:id="rId3"/>
            <a:extLst>
              <a:ext uri="{FF2B5EF4-FFF2-40B4-BE49-F238E27FC236}">
                <a16:creationId xmlns:a16="http://schemas.microsoft.com/office/drawing/2014/main" id="{DAAFCC3D-26DF-A988-0F23-BE784822845C}"/>
              </a:ext>
            </a:extLst>
          </p:cNvPr>
          <p:cNvSpPr txBox="1"/>
          <p:nvPr/>
        </p:nvSpPr>
        <p:spPr>
          <a:xfrm>
            <a:off x="507123" y="5600319"/>
            <a:ext cx="111777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600" dirty="0">
                <a:solidFill>
                  <a:srgbClr val="322944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https://www.powerplatformbootcamp.com/2026/location-detail/?id=204afdc1-9ec1-f011-aa43-000d3af39bfd&amp;city=Cali</a:t>
            </a:r>
            <a:endParaRPr lang="es-CO" sz="1600" dirty="0">
              <a:solidFill>
                <a:srgbClr val="322944"/>
              </a:solidFill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5A351709-BF16-0619-3DE4-B5288D1E0109}"/>
              </a:ext>
            </a:extLst>
          </p:cNvPr>
          <p:cNvGrpSpPr>
            <a:grpSpLocks noChangeAspect="1"/>
          </p:cNvGrpSpPr>
          <p:nvPr/>
        </p:nvGrpSpPr>
        <p:grpSpPr>
          <a:xfrm>
            <a:off x="1182000" y="2255758"/>
            <a:ext cx="9828000" cy="3315166"/>
            <a:chOff x="990139" y="2059589"/>
            <a:chExt cx="10488053" cy="3533740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37E5D7C6-C1B9-7558-AB95-80C76852FD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50000"/>
            </a:blip>
            <a:srcRect t="16220" b="23999"/>
            <a:stretch>
              <a:fillRect/>
            </a:stretch>
          </p:blipFill>
          <p:spPr>
            <a:xfrm>
              <a:off x="990139" y="2059589"/>
              <a:ext cx="8602379" cy="3533740"/>
            </a:xfrm>
            <a:prstGeom prst="roundRect">
              <a:avLst>
                <a:gd name="adj" fmla="val 7869"/>
              </a:avLst>
            </a:prstGeom>
          </p:spPr>
        </p:pic>
        <p:pic>
          <p:nvPicPr>
            <p:cNvPr id="7" name="Imagen 6" descr="Código QR&#10;&#10;El contenido generado por IA puede ser incorrecto.">
              <a:extLst>
                <a:ext uri="{FF2B5EF4-FFF2-40B4-BE49-F238E27FC236}">
                  <a16:creationId xmlns:a16="http://schemas.microsoft.com/office/drawing/2014/main" id="{14E9C84D-9499-F512-E030-8387EAECC9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58192" y="2114453"/>
              <a:ext cx="3420000" cy="3420000"/>
            </a:xfrm>
            <a:prstGeom prst="roundRect">
              <a:avLst>
                <a:gd name="adj" fmla="val 6450"/>
              </a:avLst>
            </a:prstGeom>
          </p:spPr>
        </p:pic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C685D258-6319-E48D-AE9B-AE0B0C8A20D6}"/>
              </a:ext>
            </a:extLst>
          </p:cNvPr>
          <p:cNvSpPr txBox="1"/>
          <p:nvPr/>
        </p:nvSpPr>
        <p:spPr>
          <a:xfrm>
            <a:off x="4563136" y="1570499"/>
            <a:ext cx="3934872" cy="480131"/>
          </a:xfrm>
          <a:prstGeom prst="rect">
            <a:avLst/>
          </a:prstGeom>
        </p:spPr>
        <p:txBody>
          <a:bodyPr/>
          <a:lstStyle>
            <a:defPPr>
              <a:defRPr lang="es-CO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800">
                <a:solidFill>
                  <a:srgbClr val="95339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>
                <a:solidFill>
                  <a:srgbClr val="322944"/>
                </a:solidFill>
              </a:rPr>
              <a:t>Descarga el material gratis</a:t>
            </a:r>
          </a:p>
        </p:txBody>
      </p:sp>
      <p:cxnSp>
        <p:nvCxnSpPr>
          <p:cNvPr id="12" name="Conector: angular 11">
            <a:extLst>
              <a:ext uri="{FF2B5EF4-FFF2-40B4-BE49-F238E27FC236}">
                <a16:creationId xmlns:a16="http://schemas.microsoft.com/office/drawing/2014/main" id="{D130F553-2849-E9DB-DA84-D78FE28F2BEF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33053" y="2573142"/>
            <a:ext cx="2161742" cy="1077920"/>
          </a:xfrm>
          <a:prstGeom prst="bentConnector3">
            <a:avLst>
              <a:gd name="adj1" fmla="val 100507"/>
            </a:avLst>
          </a:prstGeom>
          <a:ln w="76200">
            <a:solidFill>
              <a:srgbClr val="EA076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CDE13096-DE28-B1A4-76B6-A447F3F37460}"/>
              </a:ext>
            </a:extLst>
          </p:cNvPr>
          <p:cNvCxnSpPr/>
          <p:nvPr/>
        </p:nvCxnSpPr>
        <p:spPr>
          <a:xfrm>
            <a:off x="6418757" y="1976639"/>
            <a:ext cx="0" cy="1980000"/>
          </a:xfrm>
          <a:prstGeom prst="line">
            <a:avLst/>
          </a:prstGeom>
          <a:ln w="76200">
            <a:solidFill>
              <a:srgbClr val="EA076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Imagen 19">
            <a:extLst>
              <a:ext uri="{FF2B5EF4-FFF2-40B4-BE49-F238E27FC236}">
                <a16:creationId xmlns:a16="http://schemas.microsoft.com/office/drawing/2014/main" id="{0BA4ACC3-C414-1899-C142-ADA6E3F0130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218" t="10796" b="-1"/>
          <a:stretch>
            <a:fillRect/>
          </a:stretch>
        </p:blipFill>
        <p:spPr>
          <a:xfrm>
            <a:off x="3576755" y="4055644"/>
            <a:ext cx="1116000" cy="262030"/>
          </a:xfrm>
          <a:prstGeom prst="roundRect">
            <a:avLst>
              <a:gd name="adj" fmla="val 50000"/>
            </a:avLst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6129AEBC-4F8E-2631-8E64-47FE719C0A4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955" t="3883" r="2558" b="-2"/>
          <a:stretch>
            <a:fillRect/>
          </a:stretch>
        </p:blipFill>
        <p:spPr>
          <a:xfrm>
            <a:off x="6058757" y="4052510"/>
            <a:ext cx="720000" cy="283045"/>
          </a:xfrm>
          <a:prstGeom prst="roundRect">
            <a:avLst>
              <a:gd name="adj" fmla="val 50000"/>
            </a:avLst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096470-EED1-76D9-E638-262B7A247347}"/>
              </a:ext>
            </a:extLst>
          </p:cNvPr>
          <p:cNvSpPr txBox="1">
            <a:spLocks/>
          </p:cNvSpPr>
          <p:nvPr/>
        </p:nvSpPr>
        <p:spPr>
          <a:xfrm>
            <a:off x="0" y="190195"/>
            <a:ext cx="12192001" cy="12091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dirty="0">
                <a:solidFill>
                  <a:srgbClr val="953395"/>
                </a:solidFill>
              </a:rPr>
              <a:t>¡Gracias por tu asistencia!</a:t>
            </a:r>
          </a:p>
          <a:p>
            <a:pPr algn="ctr"/>
            <a:r>
              <a:rPr lang="es-CO" sz="3600" dirty="0">
                <a:solidFill>
                  <a:srgbClr val="953395"/>
                </a:solidFill>
              </a:rPr>
              <a:t>No olvides registrarte y descargar el material gratuitamente</a:t>
            </a:r>
          </a:p>
        </p:txBody>
      </p:sp>
    </p:spTree>
    <p:extLst>
      <p:ext uri="{BB962C8B-B14F-4D97-AF65-F5344CB8AC3E}">
        <p14:creationId xmlns:p14="http://schemas.microsoft.com/office/powerpoint/2010/main" val="17967021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lobal Power Platform">
      <a:majorFont>
        <a:latin typeface="Oswald"/>
        <a:ea typeface=""/>
        <a:cs typeface=""/>
      </a:majorFont>
      <a:minorFont>
        <a:latin typeface="Oswa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50FF3EF90365045B0C765F32BE82F47" ma:contentTypeVersion="13" ma:contentTypeDescription="Crear nuevo documento." ma:contentTypeScope="" ma:versionID="ff6d07b46bee36d50fb51a4d27c9da50">
  <xsd:schema xmlns:xsd="http://www.w3.org/2001/XMLSchema" xmlns:xs="http://www.w3.org/2001/XMLSchema" xmlns:p="http://schemas.microsoft.com/office/2006/metadata/properties" xmlns:ns2="863dc2d4-9990-48de-9593-97e4a854a45f" xmlns:ns3="563ab91c-d08d-4c33-9871-4cc4e409eafa" targetNamespace="http://schemas.microsoft.com/office/2006/metadata/properties" ma:root="true" ma:fieldsID="da13a3cb0be8a7b400e6630cee027f14" ns2:_="" ns3:_="">
    <xsd:import namespace="863dc2d4-9990-48de-9593-97e4a854a45f"/>
    <xsd:import namespace="563ab91c-d08d-4c33-9871-4cc4e409ea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3dc2d4-9990-48de-9593-97e4a854a4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8ca3e406-81ba-4efa-b23b-ea891bb11d9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3ab91c-d08d-4c33-9871-4cc4e409eaf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d624c55-55c1-45a0-a895-093290f10ed4}" ma:internalName="TaxCatchAll" ma:showField="CatchAllData" ma:web="563ab91c-d08d-4c33-9871-4cc4e409eaf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63dc2d4-9990-48de-9593-97e4a854a45f">
      <Terms xmlns="http://schemas.microsoft.com/office/infopath/2007/PartnerControls"/>
    </lcf76f155ced4ddcb4097134ff3c332f>
    <TaxCatchAll xmlns="563ab91c-d08d-4c33-9871-4cc4e409eafa" xsi:nil="true"/>
  </documentManagement>
</p:properties>
</file>

<file path=customXml/itemProps1.xml><?xml version="1.0" encoding="utf-8"?>
<ds:datastoreItem xmlns:ds="http://schemas.openxmlformats.org/officeDocument/2006/customXml" ds:itemID="{9AAB43B3-1059-44C3-8DB5-DEAB79675F40}"/>
</file>

<file path=customXml/itemProps2.xml><?xml version="1.0" encoding="utf-8"?>
<ds:datastoreItem xmlns:ds="http://schemas.openxmlformats.org/officeDocument/2006/customXml" ds:itemID="{EED01A0D-88BE-4FA6-8586-487149ED629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99D9475-1AE1-45C8-B1D4-023D14BDD6BB}">
  <ds:schemaRefs>
    <ds:schemaRef ds:uri="http://schemas.microsoft.com/office/2006/metadata/properties"/>
    <ds:schemaRef ds:uri="http://schemas.microsoft.com/office/infopath/2007/PartnerControls"/>
    <ds:schemaRef ds:uri="863dc2d4-9990-48de-9593-97e4a854a45f"/>
    <ds:schemaRef ds:uri="563ab91c-d08d-4c33-9871-4cc4e409eaf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1067</TotalTime>
  <Words>648</Words>
  <Application>Microsoft Office PowerPoint</Application>
  <PresentationFormat>Panorámica</PresentationFormat>
  <Paragraphs>51</Paragraphs>
  <Slides>19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5" baseType="lpstr">
      <vt:lpstr>Arial</vt:lpstr>
      <vt:lpstr>Calibri</vt:lpstr>
      <vt:lpstr>Century Gothic</vt:lpstr>
      <vt:lpstr>Oswald</vt:lpstr>
      <vt:lpstr>Proxima Nova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¿Qué es una API? (El Puente Digital)</vt:lpstr>
      <vt:lpstr>La Importancia en la Integración e Interoperabilidad</vt:lpstr>
      <vt:lpstr>Evolución: Del "Acoplamiento Fuerte" a las APIs de Propósito General</vt:lpstr>
      <vt:lpstr>Historia de Microsoft Fabric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Álvaro Ignacio Rodríguez Lasso</dc:creator>
  <cp:lastModifiedBy>Andres Felipe Gallego Muñoz</cp:lastModifiedBy>
  <cp:revision>99</cp:revision>
  <dcterms:created xsi:type="dcterms:W3CDTF">2023-06-14T01:28:16Z</dcterms:created>
  <dcterms:modified xsi:type="dcterms:W3CDTF">2026-02-13T15:12:29Z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0x010100850FF3EF90365045B0C765F32BE82F47</vt:lpwstr>
  </property>
  <property fmtid="{D5CDD505-2E9C-101B-9397-08002B2CF9AE}" pid="3" name="MediaServiceImageTags">
    <vt:lpwstr/>
  </property>
</Properties>
</file>